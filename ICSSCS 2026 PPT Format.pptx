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IBM Plex Mono ExtraLight" panose="020B0604020202020204" charset="0"/>
      <p:regular r:id="rId6"/>
      <p:bold r:id="rId7"/>
      <p:italic r:id="rId8"/>
      <p:boldItalic r:id="rId9"/>
    </p:embeddedFont>
    <p:embeddedFont>
      <p:font typeface="IBM Plex Mono Light" panose="020B060402020202020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Roboto" panose="020B0604020202020204" charset="0"/>
      <p:regular r:id="rId18"/>
      <p:bold r:id="rId19"/>
      <p:italic r:id="rId20"/>
      <p:boldItalic r:id="rId21"/>
    </p:embeddedFont>
    <p:embeddedFont>
      <p:font typeface="Caveat" panose="020B0604020202020204" charset="0"/>
      <p:regular r:id="rId22"/>
      <p:bold r:id="rId23"/>
    </p:embeddedFont>
    <p:embeddedFont>
      <p:font typeface="IBM Plex Mono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0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968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05e1d72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e05e1d72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0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5e1d7200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5e1d7200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022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e05e1d7200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e05e1d7200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4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HEADER_1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_1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5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21;p5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2;p5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4;p5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5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26;p5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5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28;p5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4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5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6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7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8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9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3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4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g References">
  <p:cSld name="CUSTOM_15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6"/>
          <p:cNvSpPr>
            <a:spLocks noGrp="1"/>
          </p:cNvSpPr>
          <p:nvPr>
            <p:ph type="pic" idx="2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>
            <a:spLocks noGrp="1"/>
          </p:cNvSpPr>
          <p:nvPr>
            <p:ph type="pic" idx="3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>
            <a:spLocks noGrp="1"/>
          </p:cNvSpPr>
          <p:nvPr>
            <p:ph type="pic" idx="4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>
            <a:spLocks noGrp="1"/>
          </p:cNvSpPr>
          <p:nvPr>
            <p:ph type="subTitle" idx="1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5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6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7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6"/>
          <p:cNvSpPr>
            <a:spLocks noGrp="1"/>
          </p:cNvSpPr>
          <p:nvPr>
            <p:ph type="pic" idx="8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>
            <a:spLocks noGrp="1"/>
          </p:cNvSpPr>
          <p:nvPr>
            <p:ph type="subTitle" idx="9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pic" idx="13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4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1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">
  <p:cSld name="CUSTOM_16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"/>
          <p:cNvSpPr>
            <a:spLocks noGrp="1"/>
          </p:cNvSpPr>
          <p:nvPr>
            <p:ph type="pic" idx="3"/>
          </p:nvPr>
        </p:nvSpPr>
        <p:spPr>
          <a:xfrm>
            <a:off x="4802975" y="4532150"/>
            <a:ext cx="398700" cy="26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4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 Overview">
  <p:cSld name="CUSTOM_17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ubTitle" idx="3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gredients Equipment Timing">
  <p:cSld name="CUSTOM_18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90" name="Google Shape;90;p9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9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9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9"/>
          <p:cNvSpPr txBox="1">
            <a:spLocks noGrp="1"/>
          </p:cNvSpPr>
          <p:nvPr>
            <p:ph type="body" idx="1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2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3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4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5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ubTitle" idx="6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7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1">
  <p:cSld name="CUSTOM_19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2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3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ubTitle" idx="4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5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ubTitle" idx="6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7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subTitle" idx="8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2">
  <p:cSld name="CUSTOM_19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subTitle" idx="1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cxnSp>
        <p:nvCxnSpPr>
          <p:cNvPr id="116" name="Google Shape;116;p11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3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4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5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body" idx="6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7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>
            <a:spLocks noGrp="1"/>
          </p:cNvSpPr>
          <p:nvPr>
            <p:ph type="pic" idx="8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1"/>
          <p:cNvSpPr>
            <a:spLocks noGrp="1"/>
          </p:cNvSpPr>
          <p:nvPr>
            <p:ph type="pic" idx="9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1"/>
          <p:cNvSpPr>
            <a:spLocks noGrp="1"/>
          </p:cNvSpPr>
          <p:nvPr>
            <p:ph type="pic" idx="13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1"/>
          <p:cNvSpPr txBox="1">
            <a:spLocks noGrp="1"/>
          </p:cNvSpPr>
          <p:nvPr>
            <p:ph type="body" idx="14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15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16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ubTitle" idx="17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18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9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>
            <a:spLocks noGrp="1"/>
          </p:cNvSpPr>
          <p:nvPr>
            <p:ph type="pic" idx="20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1"/>
          <p:cNvSpPr>
            <a:spLocks noGrp="1"/>
          </p:cNvSpPr>
          <p:nvPr>
            <p:ph type="pic" idx="21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1"/>
          <p:cNvSpPr>
            <a:spLocks noGrp="1"/>
          </p:cNvSpPr>
          <p:nvPr>
            <p:ph type="pic" idx="22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3">
  <p:cSld name="CUSTOM_19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>
            <a:spLocks noGrp="1"/>
          </p:cNvSpPr>
          <p:nvPr>
            <p:ph type="body" idx="1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subTitle" idx="2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subTitle" idx="3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4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5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ubTitle" idx="6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7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subTitle" idx="8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subTitle" idx="9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3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4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subTitle" idx="15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6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subTitle" idx="17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subTitle" idx="18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body" idx="19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20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subTitle" idx="21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subTitle" idx="22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4">
  <p:cSld name="CUSTOM_2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body" idx="1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>
            <a:spLocks noGrp="1"/>
          </p:cNvSpPr>
          <p:nvPr>
            <p:ph type="pic" idx="3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" name="Google Shape;163;p13"/>
          <p:cNvSpPr>
            <a:spLocks noGrp="1"/>
          </p:cNvSpPr>
          <p:nvPr>
            <p:ph type="pic" idx="4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4" name="Google Shape;164;p13"/>
          <p:cNvSpPr txBox="1">
            <a:spLocks noGrp="1"/>
          </p:cNvSpPr>
          <p:nvPr>
            <p:ph type="body" idx="5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body" idx="7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>
            <a:spLocks noGrp="1"/>
          </p:cNvSpPr>
          <p:nvPr>
            <p:ph type="pic" idx="9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13"/>
          <p:cNvSpPr txBox="1">
            <a:spLocks noGrp="1"/>
          </p:cNvSpPr>
          <p:nvPr>
            <p:ph type="body" idx="13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>
            <a:spLocks noGrp="1"/>
          </p:cNvSpPr>
          <p:nvPr>
            <p:ph type="pic" idx="15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" name="Google Shape;172;p13"/>
          <p:cNvSpPr>
            <a:spLocks noGrp="1"/>
          </p:cNvSpPr>
          <p:nvPr>
            <p:ph type="pic" idx="16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3" name="Google Shape;173;p13"/>
          <p:cNvSpPr txBox="1">
            <a:spLocks noGrp="1"/>
          </p:cNvSpPr>
          <p:nvPr>
            <p:ph type="body" idx="17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8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19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20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>
            <a:spLocks noGrp="1"/>
          </p:cNvSpPr>
          <p:nvPr>
            <p:ph type="pic" idx="21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13"/>
          <p:cNvSpPr txBox="1">
            <a:spLocks noGrp="1"/>
          </p:cNvSpPr>
          <p:nvPr>
            <p:ph type="body" idx="22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23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>
            <a:spLocks noGrp="1"/>
          </p:cNvSpPr>
          <p:nvPr>
            <p:ph type="pic" idx="24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13"/>
          <p:cNvSpPr>
            <a:spLocks noGrp="1"/>
          </p:cNvSpPr>
          <p:nvPr>
            <p:ph type="pic" idx="25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13"/>
          <p:cNvSpPr txBox="1">
            <a:spLocks noGrp="1"/>
          </p:cNvSpPr>
          <p:nvPr>
            <p:ph type="body" idx="26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27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body" idx="28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9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>
            <a:spLocks noGrp="1"/>
          </p:cNvSpPr>
          <p:nvPr>
            <p:ph type="pic" idx="30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3"/>
          <p:cNvSpPr txBox="1">
            <a:spLocks noGrp="1"/>
          </p:cNvSpPr>
          <p:nvPr>
            <p:ph type="subTitle" idx="31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body" idx="3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a">
  <p:cSld name="CUSTOM_2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2" name="Google Shape;212;p14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3" name="Google Shape;213;p14"/>
          <p:cNvSpPr txBox="1">
            <a:spLocks noGrp="1"/>
          </p:cNvSpPr>
          <p:nvPr>
            <p:ph type="body" idx="4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5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6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7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body" idx="8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9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body" idx="13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4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21" name="Google Shape;221;p14"/>
          <p:cNvSpPr txBox="1">
            <a:spLocks noGrp="1"/>
          </p:cNvSpPr>
          <p:nvPr>
            <p:ph type="sldNum" idx="15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4"/>
          <p:cNvSpPr txBox="1">
            <a:spLocks noGrp="1"/>
          </p:cNvSpPr>
          <p:nvPr>
            <p:ph type="body" idx="16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b">
  <p:cSld name="CUSTOM_23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15"/>
          <p:cNvSpPr>
            <a:spLocks noGrp="1"/>
          </p:cNvSpPr>
          <p:nvPr>
            <p:ph type="pic" idx="2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44" name="Google Shape;244;p15"/>
          <p:cNvSpPr txBox="1">
            <a:spLocks noGrp="1"/>
          </p:cNvSpPr>
          <p:nvPr>
            <p:ph type="body" idx="3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4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body" idx="5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47" name="Google Shape;247;p15"/>
          <p:cNvSpPr txBox="1">
            <a:spLocks noGrp="1"/>
          </p:cNvSpPr>
          <p:nvPr>
            <p:ph type="subTitle" idx="6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8" name="Google Shape;248;p15"/>
          <p:cNvSpPr txBox="1">
            <a:spLocks noGrp="1"/>
          </p:cNvSpPr>
          <p:nvPr>
            <p:ph type="sldNum" idx="7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w to Serve">
  <p:cSld name="CUSTOM_20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73" name="Google Shape;273;p16"/>
          <p:cNvSpPr>
            <a:spLocks noGrp="1"/>
          </p:cNvSpPr>
          <p:nvPr>
            <p:ph type="pic" idx="2"/>
          </p:nvPr>
        </p:nvSpPr>
        <p:spPr>
          <a:xfrm>
            <a:off x="6131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4" name="Google Shape;274;p16"/>
          <p:cNvSpPr>
            <a:spLocks noGrp="1"/>
          </p:cNvSpPr>
          <p:nvPr>
            <p:ph type="pic" idx="3"/>
          </p:nvPr>
        </p:nvSpPr>
        <p:spPr>
          <a:xfrm>
            <a:off x="346535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5" name="Google Shape;275;p16"/>
          <p:cNvSpPr>
            <a:spLocks noGrp="1"/>
          </p:cNvSpPr>
          <p:nvPr>
            <p:ph type="pic" idx="4"/>
          </p:nvPr>
        </p:nvSpPr>
        <p:spPr>
          <a:xfrm>
            <a:off x="63000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6" name="Google Shape;276;p16"/>
          <p:cNvSpPr txBox="1">
            <a:spLocks noGrp="1"/>
          </p:cNvSpPr>
          <p:nvPr>
            <p:ph type="body" idx="5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body" idx="6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body" idx="7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ubTitle" idx="8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mentary Food and Dishes">
  <p:cSld name="CUSTOM_2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7"/>
          <p:cNvSpPr>
            <a:spLocks noGrp="1"/>
          </p:cNvSpPr>
          <p:nvPr>
            <p:ph type="pic" idx="2"/>
          </p:nvPr>
        </p:nvSpPr>
        <p:spPr>
          <a:xfrm>
            <a:off x="6361100" y="31467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7" name="Google Shape;287;p17"/>
          <p:cNvSpPr>
            <a:spLocks noGrp="1"/>
          </p:cNvSpPr>
          <p:nvPr>
            <p:ph type="pic" idx="3"/>
          </p:nvPr>
        </p:nvSpPr>
        <p:spPr>
          <a:xfrm>
            <a:off x="6361100" y="1841538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8" name="Google Shape;288;p17"/>
          <p:cNvSpPr>
            <a:spLocks noGrp="1"/>
          </p:cNvSpPr>
          <p:nvPr>
            <p:ph type="pic" idx="4"/>
          </p:nvPr>
        </p:nvSpPr>
        <p:spPr>
          <a:xfrm>
            <a:off x="6361100" y="3368413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9" name="Google Shape;289;p17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mories">
  <p:cSld name="CUSTOM_2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18"/>
          <p:cNvSpPr>
            <a:spLocks noGrp="1"/>
          </p:cNvSpPr>
          <p:nvPr>
            <p:ph type="pic" idx="2"/>
          </p:nvPr>
        </p:nvSpPr>
        <p:spPr>
          <a:xfrm>
            <a:off x="2504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8" name="Google Shape;318;p18"/>
          <p:cNvSpPr>
            <a:spLocks noGrp="1"/>
          </p:cNvSpPr>
          <p:nvPr>
            <p:ph type="pic" idx="3"/>
          </p:nvPr>
        </p:nvSpPr>
        <p:spPr>
          <a:xfrm>
            <a:off x="33140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9" name="Google Shape;319;p18"/>
          <p:cNvSpPr>
            <a:spLocks noGrp="1"/>
          </p:cNvSpPr>
          <p:nvPr>
            <p:ph type="pic" idx="4"/>
          </p:nvPr>
        </p:nvSpPr>
        <p:spPr>
          <a:xfrm>
            <a:off x="637025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0" name="Google Shape;320;p18"/>
          <p:cNvSpPr>
            <a:spLocks noGrp="1"/>
          </p:cNvSpPr>
          <p:nvPr>
            <p:ph type="pic" idx="5"/>
          </p:nvPr>
        </p:nvSpPr>
        <p:spPr>
          <a:xfrm>
            <a:off x="2504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1" name="Google Shape;321;p18"/>
          <p:cNvSpPr>
            <a:spLocks noGrp="1"/>
          </p:cNvSpPr>
          <p:nvPr>
            <p:ph type="pic" idx="6"/>
          </p:nvPr>
        </p:nvSpPr>
        <p:spPr>
          <a:xfrm>
            <a:off x="33140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2" name="Google Shape;322;p18"/>
          <p:cNvSpPr>
            <a:spLocks noGrp="1"/>
          </p:cNvSpPr>
          <p:nvPr>
            <p:ph type="pic" idx="7"/>
          </p:nvPr>
        </p:nvSpPr>
        <p:spPr>
          <a:xfrm>
            <a:off x="637025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body" idx="1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Thoughts">
  <p:cSld name="CUSTOM_2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1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3" name="Google Shape;343;p19"/>
          <p:cNvSpPr txBox="1">
            <a:spLocks noGrp="1"/>
          </p:cNvSpPr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9"/>
          <p:cNvSpPr txBox="1">
            <a:spLocks noGrp="1"/>
          </p:cNvSpPr>
          <p:nvPr>
            <p:ph type="body" idx="2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3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6" name="Google Shape;346;p19"/>
          <p:cNvSpPr txBox="1">
            <a:spLocks noGrp="1"/>
          </p:cNvSpPr>
          <p:nvPr>
            <p:ph type="body" idx="4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21_1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0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20"/>
          <p:cNvSpPr txBox="1">
            <a:spLocks noGrp="1"/>
          </p:cNvSpPr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SECTION_HEADER_1_1"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>
            <a:spLocks noGrp="1"/>
          </p:cNvSpPr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377" name="Google Shape;377;p21"/>
          <p:cNvSpPr txBox="1">
            <a:spLocks noGrp="1"/>
          </p:cNvSpPr>
          <p:nvPr>
            <p:ph type="subTitle" idx="1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1_1_1_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 txBox="1">
            <a:spLocks noGrp="1"/>
          </p:cNvSpPr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3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3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23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3_2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4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4"/>
          <p:cNvSpPr txBox="1">
            <a:spLocks noGrp="1"/>
          </p:cNvSpPr>
          <p:nvPr>
            <p:ph type="body" idx="1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4"/>
          <p:cNvSpPr txBox="1">
            <a:spLocks noGrp="1"/>
          </p:cNvSpPr>
          <p:nvPr>
            <p:ph type="body" idx="2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SECTION_HEADER_1_2">
    <p:bg>
      <p:bgPr>
        <a:solidFill>
          <a:schemeClr val="lt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CUSTOM_23_2_1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SECTION_HEADER_1_2_1">
    <p:bg>
      <p:bgPr>
        <a:solidFill>
          <a:schemeClr val="l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>
            <a:spLocks noGrp="1"/>
          </p:cNvSpPr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3_2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>
            <a:spLocks noGrp="1"/>
          </p:cNvSpPr>
          <p:nvPr>
            <p:ph type="body" idx="1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SECTION_HEADER_1_2_2">
    <p:bg>
      <p:bgPr>
        <a:solidFill>
          <a:schemeClr val="lt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9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 txBox="1">
            <a:spLocks noGrp="1"/>
          </p:cNvSpPr>
          <p:nvPr>
            <p:ph type="body" idx="1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4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30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0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" name="Google Shape;477;p30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8" name="Google Shape;478;p30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0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30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30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0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30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4" name="Google Shape;484;p30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0"/>
          <p:cNvSpPr txBox="1">
            <a:spLocks noGrp="1"/>
          </p:cNvSpPr>
          <p:nvPr>
            <p:ph type="subTitle" idx="1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30"/>
          <p:cNvSpPr txBox="1">
            <a:spLocks noGrp="1"/>
          </p:cNvSpPr>
          <p:nvPr>
            <p:ph type="subTitle" idx="2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30"/>
          <p:cNvSpPr txBox="1">
            <a:spLocks noGrp="1"/>
          </p:cNvSpPr>
          <p:nvPr>
            <p:ph type="subTitle" idx="3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30"/>
          <p:cNvSpPr txBox="1">
            <a:spLocks noGrp="1"/>
          </p:cNvSpPr>
          <p:nvPr>
            <p:ph type="subTitle" idx="4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0"/>
          <p:cNvSpPr txBox="1">
            <a:spLocks noGrp="1"/>
          </p:cNvSpPr>
          <p:nvPr>
            <p:ph type="subTitle" idx="5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30"/>
          <p:cNvSpPr txBox="1">
            <a:spLocks noGrp="1"/>
          </p:cNvSpPr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cxnSp>
        <p:nvCxnSpPr>
          <p:cNvPr id="491" name="Google Shape;491;p30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2" name="Google Shape;492;p30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0"/>
          <p:cNvSpPr txBox="1">
            <a:spLocks noGrp="1"/>
          </p:cNvSpPr>
          <p:nvPr>
            <p:ph type="subTitle" idx="6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7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31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23_2_1_2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2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2"/>
          <p:cNvSpPr txBox="1">
            <a:spLocks noGrp="1"/>
          </p:cNvSpPr>
          <p:nvPr>
            <p:ph type="body" idx="3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subTitle" idx="4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20" name="Google Shape;520;p32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0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44" name="Google Shape;544;p33"/>
          <p:cNvSpPr txBox="1">
            <a:spLocks noGrp="1"/>
          </p:cNvSpPr>
          <p:nvPr>
            <p:ph type="body" idx="2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5" name="Google Shape;545;p33"/>
          <p:cNvSpPr txBox="1">
            <a:spLocks noGrp="1"/>
          </p:cNvSpPr>
          <p:nvPr>
            <p:ph type="body" idx="3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6" name="Google Shape;546;p33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33"/>
          <p:cNvSpPr txBox="1">
            <a:spLocks noGrp="1"/>
          </p:cNvSpPr>
          <p:nvPr>
            <p:ph type="subTitle" idx="4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8" name="Google Shape;548;p33"/>
          <p:cNvSpPr txBox="1">
            <a:spLocks noGrp="1"/>
          </p:cNvSpPr>
          <p:nvPr>
            <p:ph type="subTitle" idx="5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9" name="Google Shape;549;p33"/>
          <p:cNvSpPr txBox="1">
            <a:spLocks noGrp="1"/>
          </p:cNvSpPr>
          <p:nvPr>
            <p:ph type="subTitle" idx="6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20_1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4"/>
          <p:cNvSpPr txBox="1">
            <a:spLocks noGrp="1"/>
          </p:cNvSpPr>
          <p:nvPr>
            <p:ph type="body" idx="1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71" name="Google Shape;571;p34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34"/>
          <p:cNvSpPr txBox="1">
            <a:spLocks noGrp="1"/>
          </p:cNvSpPr>
          <p:nvPr>
            <p:ph type="subTitle" idx="2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3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subTitle" idx="4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body" idx="5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9" name="Google Shape;579;p34"/>
          <p:cNvSpPr txBox="1">
            <a:spLocks noGrp="1"/>
          </p:cNvSpPr>
          <p:nvPr>
            <p:ph type="subTitle" idx="6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7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81" name="Google Shape;581;p34"/>
          <p:cNvSpPr txBox="1">
            <a:spLocks noGrp="1"/>
          </p:cNvSpPr>
          <p:nvPr>
            <p:ph type="subTitle" idx="8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23_3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5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2" name="Google Shape;602;p35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3" name="Google Shape;603;p35"/>
          <p:cNvSpPr txBox="1">
            <a:spLocks noGrp="1"/>
          </p:cNvSpPr>
          <p:nvPr>
            <p:ph type="body" idx="1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subTitle" idx="4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body" idx="5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ubTitle" idx="6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0_1_2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6"/>
          <p:cNvSpPr txBox="1">
            <a:spLocks noGrp="1"/>
          </p:cNvSpPr>
          <p:nvPr>
            <p:ph type="body" idx="1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29" name="Google Shape;629;p36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30" name="Google Shape;630;p36"/>
          <p:cNvSpPr txBox="1">
            <a:spLocks noGrp="1"/>
          </p:cNvSpPr>
          <p:nvPr>
            <p:ph type="subTitle" idx="2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1" name="Google Shape;631;p36"/>
          <p:cNvSpPr>
            <a:spLocks noGrp="1"/>
          </p:cNvSpPr>
          <p:nvPr>
            <p:ph type="pic" idx="3"/>
          </p:nvPr>
        </p:nvSpPr>
        <p:spPr>
          <a:xfrm>
            <a:off x="6131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2" name="Google Shape;632;p36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 txBox="1">
            <a:spLocks noGrp="1"/>
          </p:cNvSpPr>
          <p:nvPr>
            <p:ph type="body" idx="4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4" name="Google Shape;634;p36"/>
          <p:cNvSpPr txBox="1">
            <a:spLocks noGrp="1"/>
          </p:cNvSpPr>
          <p:nvPr>
            <p:ph type="subTitle" idx="5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5" name="Google Shape;635;p36"/>
          <p:cNvSpPr>
            <a:spLocks noGrp="1"/>
          </p:cNvSpPr>
          <p:nvPr>
            <p:ph type="pic" idx="6"/>
          </p:nvPr>
        </p:nvSpPr>
        <p:spPr>
          <a:xfrm>
            <a:off x="344775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6" name="Google Shape;636;p36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6"/>
          <p:cNvSpPr txBox="1">
            <a:spLocks noGrp="1"/>
          </p:cNvSpPr>
          <p:nvPr>
            <p:ph type="body" idx="7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8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9" name="Google Shape;639;p36"/>
          <p:cNvSpPr>
            <a:spLocks noGrp="1"/>
          </p:cNvSpPr>
          <p:nvPr>
            <p:ph type="pic" idx="9"/>
          </p:nvPr>
        </p:nvSpPr>
        <p:spPr>
          <a:xfrm>
            <a:off x="62824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1_1_1_1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7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1_1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38"/>
          <p:cNvSpPr>
            <a:spLocks noGrp="1"/>
          </p:cNvSpPr>
          <p:nvPr>
            <p:ph type="pic" idx="2"/>
          </p:nvPr>
        </p:nvSpPr>
        <p:spPr>
          <a:xfrm>
            <a:off x="3908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2" name="Google Shape;692;p38"/>
          <p:cNvSpPr>
            <a:spLocks noGrp="1"/>
          </p:cNvSpPr>
          <p:nvPr>
            <p:ph type="pic" idx="3"/>
          </p:nvPr>
        </p:nvSpPr>
        <p:spPr>
          <a:xfrm>
            <a:off x="3908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3" name="Google Shape;693;p38"/>
          <p:cNvSpPr>
            <a:spLocks noGrp="1"/>
          </p:cNvSpPr>
          <p:nvPr>
            <p:ph type="pic" idx="4"/>
          </p:nvPr>
        </p:nvSpPr>
        <p:spPr>
          <a:xfrm>
            <a:off x="3908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4" name="Google Shape;694;p38"/>
          <p:cNvSpPr>
            <a:spLocks noGrp="1"/>
          </p:cNvSpPr>
          <p:nvPr>
            <p:ph type="pic" idx="5"/>
          </p:nvPr>
        </p:nvSpPr>
        <p:spPr>
          <a:xfrm>
            <a:off x="344615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5" name="Google Shape;695;p38"/>
          <p:cNvSpPr>
            <a:spLocks noGrp="1"/>
          </p:cNvSpPr>
          <p:nvPr>
            <p:ph type="pic" idx="6"/>
          </p:nvPr>
        </p:nvSpPr>
        <p:spPr>
          <a:xfrm>
            <a:off x="344615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6" name="Google Shape;696;p38"/>
          <p:cNvSpPr>
            <a:spLocks noGrp="1"/>
          </p:cNvSpPr>
          <p:nvPr>
            <p:ph type="pic" idx="7"/>
          </p:nvPr>
        </p:nvSpPr>
        <p:spPr>
          <a:xfrm>
            <a:off x="344615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7" name="Google Shape;697;p38"/>
          <p:cNvSpPr>
            <a:spLocks noGrp="1"/>
          </p:cNvSpPr>
          <p:nvPr>
            <p:ph type="pic" idx="8"/>
          </p:nvPr>
        </p:nvSpPr>
        <p:spPr>
          <a:xfrm>
            <a:off x="65015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8" name="Google Shape;698;p38"/>
          <p:cNvSpPr>
            <a:spLocks noGrp="1"/>
          </p:cNvSpPr>
          <p:nvPr>
            <p:ph type="pic" idx="9"/>
          </p:nvPr>
        </p:nvSpPr>
        <p:spPr>
          <a:xfrm>
            <a:off x="65015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9" name="Google Shape;699;p38"/>
          <p:cNvSpPr>
            <a:spLocks noGrp="1"/>
          </p:cNvSpPr>
          <p:nvPr>
            <p:ph type="pic" idx="13"/>
          </p:nvPr>
        </p:nvSpPr>
        <p:spPr>
          <a:xfrm>
            <a:off x="65015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426" y="260118"/>
            <a:ext cx="2857143" cy="990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9"/>
          <p:cNvSpPr txBox="1"/>
          <p:nvPr/>
        </p:nvSpPr>
        <p:spPr>
          <a:xfrm>
            <a:off x="0" y="2806305"/>
            <a:ext cx="91440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Paper ID: XYZ, </a:t>
            </a:r>
            <a:br>
              <a:rPr lang="en" sz="1559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559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Paper Title:</a:t>
            </a:r>
            <a:endParaRPr sz="421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0" y="3665325"/>
            <a:ext cx="91440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3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</a:t>
            </a: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3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 </a:t>
            </a:r>
            <a:endParaRPr sz="1092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3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Affiliation:</a:t>
            </a:r>
            <a:endParaRPr sz="1092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3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Date:</a:t>
            </a: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625359" y="1343400"/>
            <a:ext cx="81222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International Conference on Smart and Sustainable Computing Systems </a:t>
            </a:r>
            <a:endParaRPr sz="1559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(ICSSCS 2026)</a:t>
            </a: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Organized By:</a:t>
            </a:r>
            <a:b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College of Smart Computing</a:t>
            </a: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COER University, Roorkee, Uttarakhand, India. </a:t>
            </a:r>
            <a:endParaRPr sz="1559" b="1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2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0"/>
          <p:cNvSpPr txBox="1">
            <a:spLocks noGrp="1"/>
          </p:cNvSpPr>
          <p:nvPr>
            <p:ph type="title"/>
          </p:nvPr>
        </p:nvSpPr>
        <p:spPr>
          <a:xfrm>
            <a:off x="980298" y="86100"/>
            <a:ext cx="5800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1656550" y="1369063"/>
            <a:ext cx="38571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Introduction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Related Work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 Analysis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559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 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"/>
          <p:cNvSpPr txBox="1">
            <a:spLocks noGrp="1"/>
          </p:cNvSpPr>
          <p:nvPr>
            <p:ph type="title"/>
          </p:nvPr>
        </p:nvSpPr>
        <p:spPr>
          <a:xfrm>
            <a:off x="3318368" y="156668"/>
            <a:ext cx="2535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On-screen Show 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IBM Plex Mono ExtraLight</vt:lpstr>
      <vt:lpstr>IBM Plex Mono Light</vt:lpstr>
      <vt:lpstr>Century Gothic</vt:lpstr>
      <vt:lpstr>Noto Sans Symbols</vt:lpstr>
      <vt:lpstr>Times New Roman</vt:lpstr>
      <vt:lpstr>Roboto</vt:lpstr>
      <vt:lpstr>Caveat</vt:lpstr>
      <vt:lpstr>IBM Plex Mono</vt:lpstr>
      <vt:lpstr>Arial</vt:lpstr>
      <vt:lpstr>Personal Family Recipe Book</vt:lpstr>
      <vt:lpstr>PowerPoint Presentation</vt:lpstr>
      <vt:lpstr>TABLE OF CONTENTS</vt:lpstr>
      <vt:lpstr>Introduction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1</cp:revision>
  <dcterms:modified xsi:type="dcterms:W3CDTF">2026-04-22T11:23:31Z</dcterms:modified>
</cp:coreProperties>
</file>