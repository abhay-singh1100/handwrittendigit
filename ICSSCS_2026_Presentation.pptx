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Caveat" panose="020B0604020202020204" charset="0"/>
      <p:regular r:id="rId19"/>
      <p:bold r:id="rId20"/>
    </p:embeddedFont>
    <p:embeddedFont>
      <p:font typeface="Century Gothic" panose="020B0502020202020204" pitchFamily="34" charset="0"/>
      <p:regular r:id="rId21"/>
      <p:bold r:id="rId22"/>
      <p:italic r:id="rId23"/>
      <p:boldItalic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IBM Plex Mono" panose="020B0509050203000203" pitchFamily="49" charset="0"/>
      <p:regular r:id="rId29"/>
      <p:bold r:id="rId30"/>
      <p:italic r:id="rId31"/>
      <p:boldItalic r:id="rId32"/>
    </p:embeddedFont>
    <p:embeddedFont>
      <p:font typeface="IBM Plex Mono ExtraLight" panose="020B0309050203000203" pitchFamily="49" charset="0"/>
      <p:regular r:id="rId33"/>
      <p:bold r:id="rId34"/>
      <p:italic r:id="rId35"/>
      <p:boldItalic r:id="rId36"/>
    </p:embeddedFont>
    <p:embeddedFont>
      <p:font typeface="IBM Plex Mono Light" panose="020B0409050203000203" pitchFamily="49" charset="0"/>
      <p:regular r:id="rId37"/>
      <p:bold r:id="rId38"/>
      <p:italic r:id="rId39"/>
      <p:boldItalic r:id="rId40"/>
    </p:embeddedFont>
    <p:embeddedFont>
      <p:font typeface="Roboto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font" Target="fonts/font24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font" Target="fonts/font2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font" Target="fonts/font25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46" Type="http://schemas.openxmlformats.org/officeDocument/2006/relationships/viewProps" Target="viewProps.xml"/><Relationship Id="rId20" Type="http://schemas.openxmlformats.org/officeDocument/2006/relationships/font" Target="fonts/font2.fntdata"/><Relationship Id="rId41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96867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e05e1d72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e05e1d72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9301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e05e1d7200_0_1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e05e1d7200_0_1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5022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e05e1d7200_0_1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e05e1d7200_0_1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8409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12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HEADER_1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title"/>
          </p:nvPr>
        </p:nvSpPr>
        <p:spPr>
          <a:xfrm>
            <a:off x="250503" y="801575"/>
            <a:ext cx="8643300" cy="13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1377400" y="2116150"/>
            <a:ext cx="6389400" cy="15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CUSTOM_13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name="adj" fmla="val 2627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2"/>
          </p:nvPr>
        </p:nvSpPr>
        <p:spPr>
          <a:xfrm>
            <a:off x="49550" y="4794775"/>
            <a:ext cx="2032800" cy="2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4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5"/>
          <p:cNvCxnSpPr/>
          <p:nvPr/>
        </p:nvCxnSpPr>
        <p:spPr>
          <a:xfrm rot="10800000">
            <a:off x="-3050" y="1902325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Google Shape;21;p5"/>
          <p:cNvSpPr/>
          <p:nvPr/>
        </p:nvSpPr>
        <p:spPr>
          <a:xfrm flipH="1">
            <a:off x="801715" y="1482825"/>
            <a:ext cx="30096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" name="Google Shape;22;p5"/>
          <p:cNvCxnSpPr/>
          <p:nvPr/>
        </p:nvCxnSpPr>
        <p:spPr>
          <a:xfrm rot="10800000">
            <a:off x="-2925" y="2533375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5"/>
          <p:cNvSpPr/>
          <p:nvPr/>
        </p:nvSpPr>
        <p:spPr>
          <a:xfrm flipH="1">
            <a:off x="801877" y="2113874"/>
            <a:ext cx="30096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" name="Google Shape;24;p5"/>
          <p:cNvCxnSpPr/>
          <p:nvPr/>
        </p:nvCxnSpPr>
        <p:spPr>
          <a:xfrm rot="10800000">
            <a:off x="-2925" y="3164654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Google Shape;25;p5"/>
          <p:cNvSpPr/>
          <p:nvPr/>
        </p:nvSpPr>
        <p:spPr>
          <a:xfrm flipH="1">
            <a:off x="801877" y="2745153"/>
            <a:ext cx="30096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" name="Google Shape;26;p5"/>
          <p:cNvCxnSpPr/>
          <p:nvPr/>
        </p:nvCxnSpPr>
        <p:spPr>
          <a:xfrm rot="10800000">
            <a:off x="-2925" y="3803000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Google Shape;27;p5"/>
          <p:cNvSpPr/>
          <p:nvPr/>
        </p:nvSpPr>
        <p:spPr>
          <a:xfrm flipH="1">
            <a:off x="801877" y="3383498"/>
            <a:ext cx="30096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" name="Google Shape;28;p5"/>
          <p:cNvCxnSpPr/>
          <p:nvPr/>
        </p:nvCxnSpPr>
        <p:spPr>
          <a:xfrm rot="10800000">
            <a:off x="-3050" y="4437527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Google Shape;29;p5"/>
          <p:cNvSpPr/>
          <p:nvPr/>
        </p:nvSpPr>
        <p:spPr>
          <a:xfrm flipH="1">
            <a:off x="801715" y="4018025"/>
            <a:ext cx="30096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314425" y="180775"/>
            <a:ext cx="2107500" cy="10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2"/>
          </p:nvPr>
        </p:nvSpPr>
        <p:spPr>
          <a:xfrm>
            <a:off x="802850" y="1483850"/>
            <a:ext cx="30096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3"/>
          </p:nvPr>
        </p:nvSpPr>
        <p:spPr>
          <a:xfrm>
            <a:off x="4057850" y="1887650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4"/>
          </p:nvPr>
        </p:nvSpPr>
        <p:spPr>
          <a:xfrm>
            <a:off x="4057850" y="2522313"/>
            <a:ext cx="4756200" cy="2367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5"/>
          </p:nvPr>
        </p:nvSpPr>
        <p:spPr>
          <a:xfrm>
            <a:off x="4057850" y="31556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6"/>
          </p:nvPr>
        </p:nvSpPr>
        <p:spPr>
          <a:xfrm>
            <a:off x="4057850" y="37883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7"/>
          </p:nvPr>
        </p:nvSpPr>
        <p:spPr>
          <a:xfrm>
            <a:off x="4057850" y="44210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8"/>
          </p:nvPr>
        </p:nvSpPr>
        <p:spPr>
          <a:xfrm>
            <a:off x="801725" y="2114000"/>
            <a:ext cx="30096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9"/>
          </p:nvPr>
        </p:nvSpPr>
        <p:spPr>
          <a:xfrm>
            <a:off x="801725" y="2748175"/>
            <a:ext cx="30096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13"/>
          </p:nvPr>
        </p:nvSpPr>
        <p:spPr>
          <a:xfrm>
            <a:off x="802850" y="3383150"/>
            <a:ext cx="30096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14"/>
          </p:nvPr>
        </p:nvSpPr>
        <p:spPr>
          <a:xfrm>
            <a:off x="802850" y="4018825"/>
            <a:ext cx="30096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1976370" y="180775"/>
            <a:ext cx="8685900" cy="10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g References">
  <p:cSld name="CUSTOM_15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6"/>
          <p:cNvSpPr>
            <a:spLocks noGrp="1"/>
          </p:cNvSpPr>
          <p:nvPr>
            <p:ph type="pic" idx="2"/>
          </p:nvPr>
        </p:nvSpPr>
        <p:spPr>
          <a:xfrm>
            <a:off x="6423338" y="4929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6"/>
          <p:cNvSpPr>
            <a:spLocks noGrp="1"/>
          </p:cNvSpPr>
          <p:nvPr>
            <p:ph type="pic" idx="3"/>
          </p:nvPr>
        </p:nvSpPr>
        <p:spPr>
          <a:xfrm>
            <a:off x="6423338" y="13666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6"/>
          <p:cNvSpPr>
            <a:spLocks noGrp="1"/>
          </p:cNvSpPr>
          <p:nvPr>
            <p:ph type="pic" idx="4"/>
          </p:nvPr>
        </p:nvSpPr>
        <p:spPr>
          <a:xfrm>
            <a:off x="6423338" y="2240275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6"/>
          <p:cNvSpPr txBox="1">
            <a:spLocks noGrp="1"/>
          </p:cNvSpPr>
          <p:nvPr>
            <p:ph type="subTitle" idx="1"/>
          </p:nvPr>
        </p:nvSpPr>
        <p:spPr>
          <a:xfrm>
            <a:off x="6845750" y="1211800"/>
            <a:ext cx="24642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subTitle" idx="5"/>
          </p:nvPr>
        </p:nvSpPr>
        <p:spPr>
          <a:xfrm>
            <a:off x="6845750" y="2085475"/>
            <a:ext cx="24642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subTitle" idx="6"/>
          </p:nvPr>
        </p:nvSpPr>
        <p:spPr>
          <a:xfrm>
            <a:off x="6845750" y="2959150"/>
            <a:ext cx="24642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subTitle" idx="7"/>
          </p:nvPr>
        </p:nvSpPr>
        <p:spPr>
          <a:xfrm>
            <a:off x="6845750" y="3832825"/>
            <a:ext cx="24642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6"/>
          <p:cNvSpPr>
            <a:spLocks noGrp="1"/>
          </p:cNvSpPr>
          <p:nvPr>
            <p:ph type="pic" idx="8"/>
          </p:nvPr>
        </p:nvSpPr>
        <p:spPr>
          <a:xfrm>
            <a:off x="6423338" y="3113938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>
            <a:spLocks noGrp="1"/>
          </p:cNvSpPr>
          <p:nvPr>
            <p:ph type="subTitle" idx="9"/>
          </p:nvPr>
        </p:nvSpPr>
        <p:spPr>
          <a:xfrm>
            <a:off x="6845750" y="338125"/>
            <a:ext cx="24642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6"/>
          <p:cNvSpPr>
            <a:spLocks noGrp="1"/>
          </p:cNvSpPr>
          <p:nvPr>
            <p:ph type="pic" idx="13"/>
          </p:nvPr>
        </p:nvSpPr>
        <p:spPr>
          <a:xfrm>
            <a:off x="6423338" y="3987613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208839" y="3853175"/>
            <a:ext cx="30156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ldNum" idx="14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body" idx="15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ipe">
  <p:cSld name="CUSTOM_16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>
            <a:spLocks noGrp="1"/>
          </p:cNvSpPr>
          <p:nvPr>
            <p:ph type="pic" idx="2"/>
          </p:nvPr>
        </p:nvSpPr>
        <p:spPr>
          <a:xfrm>
            <a:off x="2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7"/>
          <p:cNvSpPr>
            <a:spLocks noGrp="1"/>
          </p:cNvSpPr>
          <p:nvPr>
            <p:ph type="pic" idx="3"/>
          </p:nvPr>
        </p:nvSpPr>
        <p:spPr>
          <a:xfrm>
            <a:off x="4802975" y="4532150"/>
            <a:ext cx="398700" cy="265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5" name="Google Shape;75;p7"/>
          <p:cNvSpPr txBox="1">
            <a:spLocks noGrp="1"/>
          </p:cNvSpPr>
          <p:nvPr>
            <p:ph type="title"/>
          </p:nvPr>
        </p:nvSpPr>
        <p:spPr>
          <a:xfrm>
            <a:off x="1338275" y="351050"/>
            <a:ext cx="36957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ubTitle" idx="1"/>
          </p:nvPr>
        </p:nvSpPr>
        <p:spPr>
          <a:xfrm>
            <a:off x="327600" y="2692400"/>
            <a:ext cx="52587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body" idx="4"/>
          </p:nvPr>
        </p:nvSpPr>
        <p:spPr>
          <a:xfrm>
            <a:off x="403800" y="3110900"/>
            <a:ext cx="5109300" cy="6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ipe Overview">
  <p:cSld name="CUSTOM_17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>
            <a:spLocks noGrp="1"/>
          </p:cNvSpPr>
          <p:nvPr>
            <p:ph type="pic" idx="2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8"/>
          <p:cNvSpPr txBox="1">
            <a:spLocks noGrp="1"/>
          </p:cNvSpPr>
          <p:nvPr>
            <p:ph type="body" idx="1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subTitle" idx="3"/>
          </p:nvPr>
        </p:nvSpPr>
        <p:spPr>
          <a:xfrm>
            <a:off x="313425" y="3137100"/>
            <a:ext cx="5073300" cy="86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 sz="4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title"/>
          </p:nvPr>
        </p:nvSpPr>
        <p:spPr>
          <a:xfrm>
            <a:off x="313425" y="3982300"/>
            <a:ext cx="4484700" cy="8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gredients Equipment Timing">
  <p:cSld name="CUSTOM_18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/>
          <p:nvPr/>
        </p:nvSpPr>
        <p:spPr>
          <a:xfrm>
            <a:off x="4938475" y="347150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5" name="Google Shape;85;p9"/>
          <p:cNvSpPr txBox="1"/>
          <p:nvPr/>
        </p:nvSpPr>
        <p:spPr>
          <a:xfrm>
            <a:off x="4938475" y="380379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6" name="Google Shape;86;p9"/>
          <p:cNvSpPr txBox="1"/>
          <p:nvPr/>
        </p:nvSpPr>
        <p:spPr>
          <a:xfrm>
            <a:off x="4938475" y="411929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7" name="Google Shape;87;p9"/>
          <p:cNvSpPr txBox="1"/>
          <p:nvPr/>
        </p:nvSpPr>
        <p:spPr>
          <a:xfrm>
            <a:off x="4938475" y="445158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8" name="Google Shape;88;p9"/>
          <p:cNvSpPr txBox="1"/>
          <p:nvPr/>
        </p:nvSpPr>
        <p:spPr>
          <a:xfrm>
            <a:off x="7121346" y="4119301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9" name="Google Shape;89;p9"/>
          <p:cNvSpPr txBox="1"/>
          <p:nvPr/>
        </p:nvSpPr>
        <p:spPr>
          <a:xfrm>
            <a:off x="7121346" y="4451589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90" name="Google Shape;90;p9"/>
          <p:cNvCxnSpPr/>
          <p:nvPr/>
        </p:nvCxnSpPr>
        <p:spPr>
          <a:xfrm rot="10800000">
            <a:off x="4699500" y="565800"/>
            <a:ext cx="0" cy="41091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91;p9"/>
          <p:cNvCxnSpPr/>
          <p:nvPr/>
        </p:nvCxnSpPr>
        <p:spPr>
          <a:xfrm rot="10800000">
            <a:off x="6872275" y="565800"/>
            <a:ext cx="0" cy="41091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" name="Google Shape;92;p9"/>
          <p:cNvCxnSpPr/>
          <p:nvPr/>
        </p:nvCxnSpPr>
        <p:spPr>
          <a:xfrm>
            <a:off x="2488425" y="1300175"/>
            <a:ext cx="63471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9"/>
          <p:cNvSpPr txBox="1">
            <a:spLocks noGrp="1"/>
          </p:cNvSpPr>
          <p:nvPr>
            <p:ph type="body" idx="1"/>
          </p:nvPr>
        </p:nvSpPr>
        <p:spPr>
          <a:xfrm>
            <a:off x="251400" y="30038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body" idx="2"/>
          </p:nvPr>
        </p:nvSpPr>
        <p:spPr>
          <a:xfrm>
            <a:off x="2776938" y="1403275"/>
            <a:ext cx="1798800" cy="32982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body" idx="3"/>
          </p:nvPr>
        </p:nvSpPr>
        <p:spPr>
          <a:xfrm>
            <a:off x="4955375" y="1403275"/>
            <a:ext cx="1710000" cy="3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body" idx="4"/>
          </p:nvPr>
        </p:nvSpPr>
        <p:spPr>
          <a:xfrm>
            <a:off x="7147560" y="1403275"/>
            <a:ext cx="1641600" cy="3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subTitle" idx="5"/>
          </p:nvPr>
        </p:nvSpPr>
        <p:spPr>
          <a:xfrm>
            <a:off x="2655800" y="702100"/>
            <a:ext cx="15810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ubTitle" idx="6"/>
          </p:nvPr>
        </p:nvSpPr>
        <p:spPr>
          <a:xfrm>
            <a:off x="4823475" y="702100"/>
            <a:ext cx="15810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subTitle" idx="7"/>
          </p:nvPr>
        </p:nvSpPr>
        <p:spPr>
          <a:xfrm>
            <a:off x="6991150" y="702100"/>
            <a:ext cx="15810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8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1">
  <p:cSld name="CUSTOM_19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269588" y="1808975"/>
            <a:ext cx="1967100" cy="9693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ubTitle" idx="2"/>
          </p:nvPr>
        </p:nvSpPr>
        <p:spPr>
          <a:xfrm>
            <a:off x="181700" y="122397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body" idx="3"/>
          </p:nvPr>
        </p:nvSpPr>
        <p:spPr>
          <a:xfrm>
            <a:off x="4641263" y="180897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" name="Google Shape;106;p10"/>
          <p:cNvSpPr txBox="1">
            <a:spLocks noGrp="1"/>
          </p:cNvSpPr>
          <p:nvPr>
            <p:ph type="subTitle" idx="4"/>
          </p:nvPr>
        </p:nvSpPr>
        <p:spPr>
          <a:xfrm>
            <a:off x="4553375" y="122397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5"/>
          </p:nvPr>
        </p:nvSpPr>
        <p:spPr>
          <a:xfrm>
            <a:off x="245552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ubTitle" idx="6"/>
          </p:nvPr>
        </p:nvSpPr>
        <p:spPr>
          <a:xfrm>
            <a:off x="2367638" y="25812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0"/>
          <p:cNvSpPr txBox="1">
            <a:spLocks noGrp="1"/>
          </p:cNvSpPr>
          <p:nvPr>
            <p:ph type="body" idx="7"/>
          </p:nvPr>
        </p:nvSpPr>
        <p:spPr>
          <a:xfrm>
            <a:off x="679777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0" name="Google Shape;110;p10"/>
          <p:cNvSpPr txBox="1">
            <a:spLocks noGrp="1"/>
          </p:cNvSpPr>
          <p:nvPr>
            <p:ph type="subTitle" idx="8"/>
          </p:nvPr>
        </p:nvSpPr>
        <p:spPr>
          <a:xfrm>
            <a:off x="6709888" y="25812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0"/>
          <p:cNvSpPr txBox="1">
            <a:spLocks noGrp="1"/>
          </p:cNvSpPr>
          <p:nvPr>
            <p:ph type="title"/>
          </p:nvPr>
        </p:nvSpPr>
        <p:spPr>
          <a:xfrm>
            <a:off x="6654375" y="4040175"/>
            <a:ext cx="22539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0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10"/>
          <p:cNvSpPr txBox="1">
            <a:spLocks noGrp="1"/>
          </p:cNvSpPr>
          <p:nvPr>
            <p:ph type="body" idx="9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2">
  <p:cSld name="CUSTOM_19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>
            <a:spLocks noGrp="1"/>
          </p:cNvSpPr>
          <p:nvPr>
            <p:ph type="subTitle" idx="1"/>
          </p:nvPr>
        </p:nvSpPr>
        <p:spPr>
          <a:xfrm rot="-5400000">
            <a:off x="-769750" y="1196075"/>
            <a:ext cx="3913200" cy="19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Font typeface="IBM Plex Mono ExtraLight"/>
              <a:buNone/>
              <a:defRPr sz="9600">
                <a:solidFill>
                  <a:schemeClr val="accent2"/>
                </a:solidFill>
                <a:latin typeface="IBM Plex Mono ExtraLight"/>
                <a:ea typeface="IBM Plex Mono ExtraLight"/>
                <a:cs typeface="IBM Plex Mono ExtraLight"/>
                <a:sym typeface="IBM Plex Mono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cxnSp>
        <p:nvCxnSpPr>
          <p:cNvPr id="116" name="Google Shape;116;p11"/>
          <p:cNvCxnSpPr/>
          <p:nvPr/>
        </p:nvCxnSpPr>
        <p:spPr>
          <a:xfrm>
            <a:off x="2123311" y="177511"/>
            <a:ext cx="0" cy="47943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" name="Google Shape;117;p11"/>
          <p:cNvSpPr txBox="1">
            <a:spLocks noGrp="1"/>
          </p:cNvSpPr>
          <p:nvPr>
            <p:ph type="body" idx="2"/>
          </p:nvPr>
        </p:nvSpPr>
        <p:spPr>
          <a:xfrm>
            <a:off x="2611399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subTitle" idx="3"/>
          </p:nvPr>
        </p:nvSpPr>
        <p:spPr>
          <a:xfrm>
            <a:off x="2523500" y="1256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4"/>
          </p:nvPr>
        </p:nvSpPr>
        <p:spPr>
          <a:xfrm>
            <a:off x="2611399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subTitle" idx="5"/>
          </p:nvPr>
        </p:nvSpPr>
        <p:spPr>
          <a:xfrm>
            <a:off x="2523500" y="171125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body" idx="6"/>
          </p:nvPr>
        </p:nvSpPr>
        <p:spPr>
          <a:xfrm>
            <a:off x="2611399" y="3927500"/>
            <a:ext cx="1493100" cy="9693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122" name="Google Shape;122;p11"/>
          <p:cNvSpPr txBox="1">
            <a:spLocks noGrp="1"/>
          </p:cNvSpPr>
          <p:nvPr>
            <p:ph type="subTitle" idx="7"/>
          </p:nvPr>
        </p:nvSpPr>
        <p:spPr>
          <a:xfrm>
            <a:off x="2523500" y="33425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23" name="Google Shape;123;p11"/>
          <p:cNvSpPr>
            <a:spLocks noGrp="1"/>
          </p:cNvSpPr>
          <p:nvPr>
            <p:ph type="pic" idx="8"/>
          </p:nvPr>
        </p:nvSpPr>
        <p:spPr>
          <a:xfrm>
            <a:off x="4182350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11"/>
          <p:cNvSpPr>
            <a:spLocks noGrp="1"/>
          </p:cNvSpPr>
          <p:nvPr>
            <p:ph type="pic" idx="9"/>
          </p:nvPr>
        </p:nvSpPr>
        <p:spPr>
          <a:xfrm>
            <a:off x="4182350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5" name="Google Shape;125;p11"/>
          <p:cNvSpPr>
            <a:spLocks noGrp="1"/>
          </p:cNvSpPr>
          <p:nvPr>
            <p:ph type="pic" idx="13"/>
          </p:nvPr>
        </p:nvSpPr>
        <p:spPr>
          <a:xfrm>
            <a:off x="4182350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1"/>
          <p:cNvSpPr txBox="1">
            <a:spLocks noGrp="1"/>
          </p:cNvSpPr>
          <p:nvPr>
            <p:ph type="body" idx="14"/>
          </p:nvPr>
        </p:nvSpPr>
        <p:spPr>
          <a:xfrm>
            <a:off x="5956724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ubTitle" idx="15"/>
          </p:nvPr>
        </p:nvSpPr>
        <p:spPr>
          <a:xfrm>
            <a:off x="5868825" y="1256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28" name="Google Shape;128;p11"/>
          <p:cNvSpPr txBox="1">
            <a:spLocks noGrp="1"/>
          </p:cNvSpPr>
          <p:nvPr>
            <p:ph type="body" idx="16"/>
          </p:nvPr>
        </p:nvSpPr>
        <p:spPr>
          <a:xfrm>
            <a:off x="5956724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subTitle" idx="17"/>
          </p:nvPr>
        </p:nvSpPr>
        <p:spPr>
          <a:xfrm>
            <a:off x="5868825" y="171125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30" name="Google Shape;130;p11"/>
          <p:cNvSpPr txBox="1">
            <a:spLocks noGrp="1"/>
          </p:cNvSpPr>
          <p:nvPr>
            <p:ph type="body" idx="18"/>
          </p:nvPr>
        </p:nvSpPr>
        <p:spPr>
          <a:xfrm>
            <a:off x="5956724" y="39275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9"/>
          </p:nvPr>
        </p:nvSpPr>
        <p:spPr>
          <a:xfrm>
            <a:off x="5868825" y="33425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>
            <a:spLocks noGrp="1"/>
          </p:cNvSpPr>
          <p:nvPr>
            <p:ph type="pic" idx="20"/>
          </p:nvPr>
        </p:nvSpPr>
        <p:spPr>
          <a:xfrm>
            <a:off x="7527675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11"/>
          <p:cNvSpPr>
            <a:spLocks noGrp="1"/>
          </p:cNvSpPr>
          <p:nvPr>
            <p:ph type="pic" idx="21"/>
          </p:nvPr>
        </p:nvSpPr>
        <p:spPr>
          <a:xfrm>
            <a:off x="7527675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" name="Google Shape;134;p11"/>
          <p:cNvSpPr>
            <a:spLocks noGrp="1"/>
          </p:cNvSpPr>
          <p:nvPr>
            <p:ph type="pic" idx="22"/>
          </p:nvPr>
        </p:nvSpPr>
        <p:spPr>
          <a:xfrm>
            <a:off x="7527675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5" name="Google Shape;135;p11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11"/>
          <p:cNvSpPr txBox="1">
            <a:spLocks noGrp="1"/>
          </p:cNvSpPr>
          <p:nvPr>
            <p:ph type="body" idx="23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3">
  <p:cSld name="CUSTOM_19_1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>
            <a:spLocks noGrp="1"/>
          </p:cNvSpPr>
          <p:nvPr>
            <p:ph type="body" idx="1"/>
          </p:nvPr>
        </p:nvSpPr>
        <p:spPr>
          <a:xfrm>
            <a:off x="129999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39" name="Google Shape;139;p12"/>
          <p:cNvSpPr txBox="1">
            <a:spLocks noGrp="1"/>
          </p:cNvSpPr>
          <p:nvPr>
            <p:ph type="subTitle" idx="2"/>
          </p:nvPr>
        </p:nvSpPr>
        <p:spPr>
          <a:xfrm>
            <a:off x="380475" y="276125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40" name="Google Shape;140;p12"/>
          <p:cNvSpPr txBox="1">
            <a:spLocks noGrp="1"/>
          </p:cNvSpPr>
          <p:nvPr>
            <p:ph type="subTitle" idx="3"/>
          </p:nvPr>
        </p:nvSpPr>
        <p:spPr>
          <a:xfrm>
            <a:off x="1573975" y="16084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41" name="Google Shape;141;p12"/>
          <p:cNvSpPr txBox="1">
            <a:spLocks noGrp="1"/>
          </p:cNvSpPr>
          <p:nvPr>
            <p:ph type="body" idx="4"/>
          </p:nvPr>
        </p:nvSpPr>
        <p:spPr>
          <a:xfrm>
            <a:off x="19999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42" name="Google Shape;142;p12"/>
          <p:cNvSpPr txBox="1">
            <a:spLocks noGrp="1"/>
          </p:cNvSpPr>
          <p:nvPr>
            <p:ph type="body" idx="5"/>
          </p:nvPr>
        </p:nvSpPr>
        <p:spPr>
          <a:xfrm>
            <a:off x="1299999" y="3098025"/>
            <a:ext cx="1493100" cy="9693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143" name="Google Shape;143;p12"/>
          <p:cNvSpPr txBox="1">
            <a:spLocks noGrp="1"/>
          </p:cNvSpPr>
          <p:nvPr>
            <p:ph type="subTitle" idx="6"/>
          </p:nvPr>
        </p:nvSpPr>
        <p:spPr>
          <a:xfrm>
            <a:off x="380475" y="28511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44" name="Google Shape;144;p12"/>
          <p:cNvSpPr txBox="1">
            <a:spLocks noGrp="1"/>
          </p:cNvSpPr>
          <p:nvPr>
            <p:ph type="body" idx="7"/>
          </p:nvPr>
        </p:nvSpPr>
        <p:spPr>
          <a:xfrm>
            <a:off x="44141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45" name="Google Shape;145;p12"/>
          <p:cNvSpPr txBox="1">
            <a:spLocks noGrp="1"/>
          </p:cNvSpPr>
          <p:nvPr>
            <p:ph type="subTitle" idx="8"/>
          </p:nvPr>
        </p:nvSpPr>
        <p:spPr>
          <a:xfrm>
            <a:off x="3494625" y="276125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46" name="Google Shape;146;p12"/>
          <p:cNvSpPr txBox="1">
            <a:spLocks noGrp="1"/>
          </p:cNvSpPr>
          <p:nvPr>
            <p:ph type="subTitle" idx="9"/>
          </p:nvPr>
        </p:nvSpPr>
        <p:spPr>
          <a:xfrm>
            <a:off x="4688125" y="16084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47" name="Google Shape;147;p12"/>
          <p:cNvSpPr txBox="1">
            <a:spLocks noGrp="1"/>
          </p:cNvSpPr>
          <p:nvPr>
            <p:ph type="body" idx="13"/>
          </p:nvPr>
        </p:nvSpPr>
        <p:spPr>
          <a:xfrm>
            <a:off x="33141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body" idx="14"/>
          </p:nvPr>
        </p:nvSpPr>
        <p:spPr>
          <a:xfrm>
            <a:off x="44141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49" name="Google Shape;149;p12"/>
          <p:cNvSpPr txBox="1">
            <a:spLocks noGrp="1"/>
          </p:cNvSpPr>
          <p:nvPr>
            <p:ph type="subTitle" idx="15"/>
          </p:nvPr>
        </p:nvSpPr>
        <p:spPr>
          <a:xfrm>
            <a:off x="3494625" y="28511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50" name="Google Shape;150;p12"/>
          <p:cNvSpPr txBox="1">
            <a:spLocks noGrp="1"/>
          </p:cNvSpPr>
          <p:nvPr>
            <p:ph type="body" idx="16"/>
          </p:nvPr>
        </p:nvSpPr>
        <p:spPr>
          <a:xfrm>
            <a:off x="73449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51" name="Google Shape;151;p12"/>
          <p:cNvSpPr txBox="1">
            <a:spLocks noGrp="1"/>
          </p:cNvSpPr>
          <p:nvPr>
            <p:ph type="subTitle" idx="17"/>
          </p:nvPr>
        </p:nvSpPr>
        <p:spPr>
          <a:xfrm>
            <a:off x="6425425" y="276125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52" name="Google Shape;152;p12"/>
          <p:cNvSpPr txBox="1">
            <a:spLocks noGrp="1"/>
          </p:cNvSpPr>
          <p:nvPr>
            <p:ph type="subTitle" idx="18"/>
          </p:nvPr>
        </p:nvSpPr>
        <p:spPr>
          <a:xfrm>
            <a:off x="7618925" y="16084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53" name="Google Shape;153;p12"/>
          <p:cNvSpPr txBox="1">
            <a:spLocks noGrp="1"/>
          </p:cNvSpPr>
          <p:nvPr>
            <p:ph type="body" idx="19"/>
          </p:nvPr>
        </p:nvSpPr>
        <p:spPr>
          <a:xfrm>
            <a:off x="62449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54" name="Google Shape;154;p12"/>
          <p:cNvSpPr txBox="1">
            <a:spLocks noGrp="1"/>
          </p:cNvSpPr>
          <p:nvPr>
            <p:ph type="body" idx="20"/>
          </p:nvPr>
        </p:nvSpPr>
        <p:spPr>
          <a:xfrm>
            <a:off x="73449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55" name="Google Shape;155;p12"/>
          <p:cNvSpPr txBox="1">
            <a:spLocks noGrp="1"/>
          </p:cNvSpPr>
          <p:nvPr>
            <p:ph type="subTitle" idx="21"/>
          </p:nvPr>
        </p:nvSpPr>
        <p:spPr>
          <a:xfrm>
            <a:off x="6425425" y="28511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56" name="Google Shape;156;p12"/>
          <p:cNvSpPr txBox="1">
            <a:spLocks noGrp="1"/>
          </p:cNvSpPr>
          <p:nvPr>
            <p:ph type="subTitle" idx="22"/>
          </p:nvPr>
        </p:nvSpPr>
        <p:spPr>
          <a:xfrm>
            <a:off x="4550625" y="4114925"/>
            <a:ext cx="4467600" cy="8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12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body" idx="23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4">
  <p:cSld name="CUSTOM_22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>
            <a:spLocks noGrp="1"/>
          </p:cNvSpPr>
          <p:nvPr>
            <p:ph type="body" idx="1"/>
          </p:nvPr>
        </p:nvSpPr>
        <p:spPr>
          <a:xfrm>
            <a:off x="1431675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2"/>
          </p:nvPr>
        </p:nvSpPr>
        <p:spPr>
          <a:xfrm>
            <a:off x="1343775" y="17617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62" name="Google Shape;162;p13"/>
          <p:cNvSpPr>
            <a:spLocks noGrp="1"/>
          </p:cNvSpPr>
          <p:nvPr>
            <p:ph type="pic" idx="3"/>
          </p:nvPr>
        </p:nvSpPr>
        <p:spPr>
          <a:xfrm>
            <a:off x="470775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3" name="Google Shape;163;p13"/>
          <p:cNvSpPr>
            <a:spLocks noGrp="1"/>
          </p:cNvSpPr>
          <p:nvPr>
            <p:ph type="pic" idx="4"/>
          </p:nvPr>
        </p:nvSpPr>
        <p:spPr>
          <a:xfrm>
            <a:off x="2118300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4" name="Google Shape;164;p13"/>
          <p:cNvSpPr txBox="1">
            <a:spLocks noGrp="1"/>
          </p:cNvSpPr>
          <p:nvPr>
            <p:ph type="body" idx="5"/>
          </p:nvPr>
        </p:nvSpPr>
        <p:spPr>
          <a:xfrm>
            <a:off x="345800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6"/>
          </p:nvPr>
        </p:nvSpPr>
        <p:spPr>
          <a:xfrm>
            <a:off x="334100" y="137522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body" idx="7"/>
          </p:nvPr>
        </p:nvSpPr>
        <p:spPr>
          <a:xfrm>
            <a:off x="1431675" y="3291100"/>
            <a:ext cx="1493100" cy="7221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8"/>
          </p:nvPr>
        </p:nvSpPr>
        <p:spPr>
          <a:xfrm>
            <a:off x="1343775" y="27061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68" name="Google Shape;168;p13"/>
          <p:cNvSpPr>
            <a:spLocks noGrp="1"/>
          </p:cNvSpPr>
          <p:nvPr>
            <p:ph type="pic" idx="9"/>
          </p:nvPr>
        </p:nvSpPr>
        <p:spPr>
          <a:xfrm>
            <a:off x="470775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9" name="Google Shape;169;p13"/>
          <p:cNvSpPr txBox="1">
            <a:spLocks noGrp="1"/>
          </p:cNvSpPr>
          <p:nvPr>
            <p:ph type="body" idx="13"/>
          </p:nvPr>
        </p:nvSpPr>
        <p:spPr>
          <a:xfrm>
            <a:off x="43379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14"/>
          </p:nvPr>
        </p:nvSpPr>
        <p:spPr>
          <a:xfrm>
            <a:off x="4250000" y="17617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71" name="Google Shape;171;p13"/>
          <p:cNvSpPr>
            <a:spLocks noGrp="1"/>
          </p:cNvSpPr>
          <p:nvPr>
            <p:ph type="pic" idx="15"/>
          </p:nvPr>
        </p:nvSpPr>
        <p:spPr>
          <a:xfrm>
            <a:off x="33770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2" name="Google Shape;172;p13"/>
          <p:cNvSpPr>
            <a:spLocks noGrp="1"/>
          </p:cNvSpPr>
          <p:nvPr>
            <p:ph type="pic" idx="16"/>
          </p:nvPr>
        </p:nvSpPr>
        <p:spPr>
          <a:xfrm>
            <a:off x="50245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3" name="Google Shape;173;p13"/>
          <p:cNvSpPr txBox="1">
            <a:spLocks noGrp="1"/>
          </p:cNvSpPr>
          <p:nvPr>
            <p:ph type="body" idx="17"/>
          </p:nvPr>
        </p:nvSpPr>
        <p:spPr>
          <a:xfrm>
            <a:off x="32520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8"/>
          </p:nvPr>
        </p:nvSpPr>
        <p:spPr>
          <a:xfrm>
            <a:off x="3240325" y="137522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body" idx="19"/>
          </p:nvPr>
        </p:nvSpPr>
        <p:spPr>
          <a:xfrm>
            <a:off x="43379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20"/>
          </p:nvPr>
        </p:nvSpPr>
        <p:spPr>
          <a:xfrm>
            <a:off x="4250000" y="27061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77" name="Google Shape;177;p13"/>
          <p:cNvSpPr>
            <a:spLocks noGrp="1"/>
          </p:cNvSpPr>
          <p:nvPr>
            <p:ph type="pic" idx="21"/>
          </p:nvPr>
        </p:nvSpPr>
        <p:spPr>
          <a:xfrm>
            <a:off x="33770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8" name="Google Shape;178;p13"/>
          <p:cNvSpPr txBox="1">
            <a:spLocks noGrp="1"/>
          </p:cNvSpPr>
          <p:nvPr>
            <p:ph type="body" idx="22"/>
          </p:nvPr>
        </p:nvSpPr>
        <p:spPr>
          <a:xfrm>
            <a:off x="73244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23"/>
          </p:nvPr>
        </p:nvSpPr>
        <p:spPr>
          <a:xfrm>
            <a:off x="7236500" y="17617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80" name="Google Shape;180;p13"/>
          <p:cNvSpPr>
            <a:spLocks noGrp="1"/>
          </p:cNvSpPr>
          <p:nvPr>
            <p:ph type="pic" idx="24"/>
          </p:nvPr>
        </p:nvSpPr>
        <p:spPr>
          <a:xfrm>
            <a:off x="63635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1" name="Google Shape;181;p13"/>
          <p:cNvSpPr>
            <a:spLocks noGrp="1"/>
          </p:cNvSpPr>
          <p:nvPr>
            <p:ph type="pic" idx="25"/>
          </p:nvPr>
        </p:nvSpPr>
        <p:spPr>
          <a:xfrm>
            <a:off x="80110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2" name="Google Shape;182;p13"/>
          <p:cNvSpPr txBox="1">
            <a:spLocks noGrp="1"/>
          </p:cNvSpPr>
          <p:nvPr>
            <p:ph type="body" idx="26"/>
          </p:nvPr>
        </p:nvSpPr>
        <p:spPr>
          <a:xfrm>
            <a:off x="62385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83" name="Google Shape;183;p13"/>
          <p:cNvSpPr txBox="1">
            <a:spLocks noGrp="1"/>
          </p:cNvSpPr>
          <p:nvPr>
            <p:ph type="subTitle" idx="27"/>
          </p:nvPr>
        </p:nvSpPr>
        <p:spPr>
          <a:xfrm>
            <a:off x="6226825" y="137522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body" idx="28"/>
          </p:nvPr>
        </p:nvSpPr>
        <p:spPr>
          <a:xfrm>
            <a:off x="73244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29"/>
          </p:nvPr>
        </p:nvSpPr>
        <p:spPr>
          <a:xfrm>
            <a:off x="7236500" y="27061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>
            <a:spLocks noGrp="1"/>
          </p:cNvSpPr>
          <p:nvPr>
            <p:ph type="pic" idx="30"/>
          </p:nvPr>
        </p:nvSpPr>
        <p:spPr>
          <a:xfrm>
            <a:off x="63635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7" name="Google Shape;187;p13"/>
          <p:cNvSpPr txBox="1">
            <a:spLocks noGrp="1"/>
          </p:cNvSpPr>
          <p:nvPr>
            <p:ph type="subTitle" idx="31"/>
          </p:nvPr>
        </p:nvSpPr>
        <p:spPr>
          <a:xfrm>
            <a:off x="5235850" y="4114925"/>
            <a:ext cx="3782400" cy="8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body" idx="32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5a">
  <p:cSld name="CUSTOM_23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14"/>
          <p:cNvSpPr txBox="1">
            <a:spLocks noGrp="1"/>
          </p:cNvSpPr>
          <p:nvPr>
            <p:ph type="subTitle" idx="1"/>
          </p:nvPr>
        </p:nvSpPr>
        <p:spPr>
          <a:xfrm>
            <a:off x="167075" y="53250"/>
            <a:ext cx="15810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14"/>
          <p:cNvSpPr>
            <a:spLocks noGrp="1"/>
          </p:cNvSpPr>
          <p:nvPr>
            <p:ph type="pic" idx="2"/>
          </p:nvPr>
        </p:nvSpPr>
        <p:spPr>
          <a:xfrm>
            <a:off x="3017300" y="586450"/>
            <a:ext cx="2439000" cy="14295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12" name="Google Shape;212;p14"/>
          <p:cNvSpPr>
            <a:spLocks noGrp="1"/>
          </p:cNvSpPr>
          <p:nvPr>
            <p:ph type="pic" idx="3"/>
          </p:nvPr>
        </p:nvSpPr>
        <p:spPr>
          <a:xfrm>
            <a:off x="6205700" y="586450"/>
            <a:ext cx="2439000" cy="14295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13" name="Google Shape;213;p14"/>
          <p:cNvSpPr txBox="1">
            <a:spLocks noGrp="1"/>
          </p:cNvSpPr>
          <p:nvPr>
            <p:ph type="body" idx="4"/>
          </p:nvPr>
        </p:nvSpPr>
        <p:spPr>
          <a:xfrm>
            <a:off x="3105200" y="250630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subTitle" idx="5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body" idx="6"/>
          </p:nvPr>
        </p:nvSpPr>
        <p:spPr>
          <a:xfrm>
            <a:off x="31052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subTitle" idx="7"/>
          </p:nvPr>
        </p:nvSpPr>
        <p:spPr>
          <a:xfrm>
            <a:off x="3017300" y="3170150"/>
            <a:ext cx="21738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body" idx="8"/>
          </p:nvPr>
        </p:nvSpPr>
        <p:spPr>
          <a:xfrm>
            <a:off x="6293600" y="2506300"/>
            <a:ext cx="2173800" cy="7761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ubTitle" idx="9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19" name="Google Shape;219;p14"/>
          <p:cNvSpPr txBox="1">
            <a:spLocks noGrp="1"/>
          </p:cNvSpPr>
          <p:nvPr>
            <p:ph type="body" idx="13"/>
          </p:nvPr>
        </p:nvSpPr>
        <p:spPr>
          <a:xfrm>
            <a:off x="62936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20" name="Google Shape;220;p14"/>
          <p:cNvSpPr txBox="1">
            <a:spLocks noGrp="1"/>
          </p:cNvSpPr>
          <p:nvPr>
            <p:ph type="subTitle" idx="14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21" name="Google Shape;221;p14"/>
          <p:cNvSpPr txBox="1">
            <a:spLocks noGrp="1"/>
          </p:cNvSpPr>
          <p:nvPr>
            <p:ph type="sldNum" idx="15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14"/>
          <p:cNvSpPr txBox="1">
            <a:spLocks noGrp="1"/>
          </p:cNvSpPr>
          <p:nvPr>
            <p:ph type="body" idx="16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5b">
  <p:cSld name="CUSTOM_23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15"/>
          <p:cNvSpPr txBox="1">
            <a:spLocks noGrp="1"/>
          </p:cNvSpPr>
          <p:nvPr>
            <p:ph type="subTitle" idx="1"/>
          </p:nvPr>
        </p:nvSpPr>
        <p:spPr>
          <a:xfrm>
            <a:off x="167075" y="53250"/>
            <a:ext cx="15810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15"/>
          <p:cNvSpPr txBox="1">
            <a:spLocks noGrp="1"/>
          </p:cNvSpPr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43" name="Google Shape;243;p15"/>
          <p:cNvSpPr>
            <a:spLocks noGrp="1"/>
          </p:cNvSpPr>
          <p:nvPr>
            <p:ph type="pic" idx="2"/>
          </p:nvPr>
        </p:nvSpPr>
        <p:spPr>
          <a:xfrm>
            <a:off x="6205700" y="586450"/>
            <a:ext cx="2439000" cy="14295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44" name="Google Shape;244;p15"/>
          <p:cNvSpPr txBox="1">
            <a:spLocks noGrp="1"/>
          </p:cNvSpPr>
          <p:nvPr>
            <p:ph type="body" idx="3"/>
          </p:nvPr>
        </p:nvSpPr>
        <p:spPr>
          <a:xfrm>
            <a:off x="6293600" y="2506300"/>
            <a:ext cx="2173800" cy="7788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45" name="Google Shape;245;p15"/>
          <p:cNvSpPr txBox="1">
            <a:spLocks noGrp="1"/>
          </p:cNvSpPr>
          <p:nvPr>
            <p:ph type="subTitle" idx="4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46" name="Google Shape;246;p15"/>
          <p:cNvSpPr txBox="1">
            <a:spLocks noGrp="1"/>
          </p:cNvSpPr>
          <p:nvPr>
            <p:ph type="body" idx="5"/>
          </p:nvPr>
        </p:nvSpPr>
        <p:spPr>
          <a:xfrm>
            <a:off x="6293600" y="3789950"/>
            <a:ext cx="2173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47" name="Google Shape;247;p15"/>
          <p:cNvSpPr txBox="1">
            <a:spLocks noGrp="1"/>
          </p:cNvSpPr>
          <p:nvPr>
            <p:ph type="subTitle" idx="6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48" name="Google Shape;248;p15"/>
          <p:cNvSpPr txBox="1">
            <a:spLocks noGrp="1"/>
          </p:cNvSpPr>
          <p:nvPr>
            <p:ph type="sldNum" idx="7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15"/>
          <p:cNvSpPr txBox="1">
            <a:spLocks noGrp="1"/>
          </p:cNvSpPr>
          <p:nvPr>
            <p:ph type="body" idx="8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w to Serve">
  <p:cSld name="CUSTOM_20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16"/>
          <p:cNvSpPr txBox="1">
            <a:spLocks noGrp="1"/>
          </p:cNvSpPr>
          <p:nvPr>
            <p:ph type="body" idx="1"/>
          </p:nvPr>
        </p:nvSpPr>
        <p:spPr>
          <a:xfrm>
            <a:off x="632900" y="1708100"/>
            <a:ext cx="2173800" cy="8649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73" name="Google Shape;273;p16"/>
          <p:cNvSpPr>
            <a:spLocks noGrp="1"/>
          </p:cNvSpPr>
          <p:nvPr>
            <p:ph type="pic" idx="2"/>
          </p:nvPr>
        </p:nvSpPr>
        <p:spPr>
          <a:xfrm>
            <a:off x="613100" y="498175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74" name="Google Shape;274;p16"/>
          <p:cNvSpPr>
            <a:spLocks noGrp="1"/>
          </p:cNvSpPr>
          <p:nvPr>
            <p:ph type="pic" idx="3"/>
          </p:nvPr>
        </p:nvSpPr>
        <p:spPr>
          <a:xfrm>
            <a:off x="3465350" y="498175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75" name="Google Shape;275;p16"/>
          <p:cNvSpPr>
            <a:spLocks noGrp="1"/>
          </p:cNvSpPr>
          <p:nvPr>
            <p:ph type="pic" idx="4"/>
          </p:nvPr>
        </p:nvSpPr>
        <p:spPr>
          <a:xfrm>
            <a:off x="6300000" y="498175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76" name="Google Shape;276;p16"/>
          <p:cNvSpPr txBox="1">
            <a:spLocks noGrp="1"/>
          </p:cNvSpPr>
          <p:nvPr>
            <p:ph type="body" idx="5"/>
          </p:nvPr>
        </p:nvSpPr>
        <p:spPr>
          <a:xfrm>
            <a:off x="34742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77" name="Google Shape;277;p16"/>
          <p:cNvSpPr txBox="1">
            <a:spLocks noGrp="1"/>
          </p:cNvSpPr>
          <p:nvPr>
            <p:ph type="body" idx="6"/>
          </p:nvPr>
        </p:nvSpPr>
        <p:spPr>
          <a:xfrm>
            <a:off x="63155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78" name="Google Shape;278;p16"/>
          <p:cNvSpPr txBox="1">
            <a:spLocks noGrp="1"/>
          </p:cNvSpPr>
          <p:nvPr>
            <p:ph type="body" idx="7"/>
          </p:nvPr>
        </p:nvSpPr>
        <p:spPr>
          <a:xfrm>
            <a:off x="4236800" y="4155575"/>
            <a:ext cx="456570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79" name="Google Shape;279;p16"/>
          <p:cNvSpPr txBox="1">
            <a:spLocks noGrp="1"/>
          </p:cNvSpPr>
          <p:nvPr>
            <p:ph type="subTitle" idx="8"/>
          </p:nvPr>
        </p:nvSpPr>
        <p:spPr>
          <a:xfrm>
            <a:off x="314425" y="4041875"/>
            <a:ext cx="1782600" cy="86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16"/>
          <p:cNvSpPr txBox="1">
            <a:spLocks noGrp="1"/>
          </p:cNvSpPr>
          <p:nvPr>
            <p:ph type="title"/>
          </p:nvPr>
        </p:nvSpPr>
        <p:spPr>
          <a:xfrm>
            <a:off x="1762426" y="3904925"/>
            <a:ext cx="3015600" cy="11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16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16"/>
          <p:cNvSpPr txBox="1">
            <a:spLocks noGrp="1"/>
          </p:cNvSpPr>
          <p:nvPr>
            <p:ph type="body" idx="9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mentary Food and Dishes">
  <p:cSld name="CUSTOM_2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>
            <a:spLocks noGrp="1"/>
          </p:cNvSpPr>
          <p:nvPr>
            <p:ph type="body" idx="1"/>
          </p:nvPr>
        </p:nvSpPr>
        <p:spPr>
          <a:xfrm>
            <a:off x="453500" y="2578725"/>
            <a:ext cx="2532600" cy="21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b" anchorCtr="0">
            <a:noAutofit/>
          </a:bodyPr>
          <a:lstStyle>
            <a:lvl1pPr marL="457200" lvl="0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85" name="Google Shape;285;p17"/>
          <p:cNvSpPr txBox="1">
            <a:spLocks noGrp="1"/>
          </p:cNvSpPr>
          <p:nvPr>
            <p:ph type="title"/>
          </p:nvPr>
        </p:nvSpPr>
        <p:spPr>
          <a:xfrm>
            <a:off x="314425" y="314675"/>
            <a:ext cx="5066100" cy="15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7"/>
          <p:cNvSpPr>
            <a:spLocks noGrp="1"/>
          </p:cNvSpPr>
          <p:nvPr>
            <p:ph type="pic" idx="2"/>
          </p:nvPr>
        </p:nvSpPr>
        <p:spPr>
          <a:xfrm>
            <a:off x="6361100" y="314675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87" name="Google Shape;287;p17"/>
          <p:cNvSpPr>
            <a:spLocks noGrp="1"/>
          </p:cNvSpPr>
          <p:nvPr>
            <p:ph type="pic" idx="3"/>
          </p:nvPr>
        </p:nvSpPr>
        <p:spPr>
          <a:xfrm>
            <a:off x="6361100" y="1841538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88" name="Google Shape;288;p17"/>
          <p:cNvSpPr>
            <a:spLocks noGrp="1"/>
          </p:cNvSpPr>
          <p:nvPr>
            <p:ph type="pic" idx="4"/>
          </p:nvPr>
        </p:nvSpPr>
        <p:spPr>
          <a:xfrm>
            <a:off x="6361100" y="3368413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89" name="Google Shape;289;p17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17"/>
          <p:cNvSpPr txBox="1">
            <a:spLocks noGrp="1"/>
          </p:cNvSpPr>
          <p:nvPr>
            <p:ph type="body" idx="5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mories">
  <p:cSld name="CUSTOM_21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18"/>
          <p:cNvSpPr txBox="1">
            <a:spLocks noGrp="1"/>
          </p:cNvSpPr>
          <p:nvPr>
            <p:ph type="title"/>
          </p:nvPr>
        </p:nvSpPr>
        <p:spPr>
          <a:xfrm>
            <a:off x="314425" y="314675"/>
            <a:ext cx="7740900" cy="7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17" name="Google Shape;317;p18"/>
          <p:cNvSpPr>
            <a:spLocks noGrp="1"/>
          </p:cNvSpPr>
          <p:nvPr>
            <p:ph type="pic" idx="2"/>
          </p:nvPr>
        </p:nvSpPr>
        <p:spPr>
          <a:xfrm>
            <a:off x="250400" y="1334825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18" name="Google Shape;318;p18"/>
          <p:cNvSpPr>
            <a:spLocks noGrp="1"/>
          </p:cNvSpPr>
          <p:nvPr>
            <p:ph type="pic" idx="3"/>
          </p:nvPr>
        </p:nvSpPr>
        <p:spPr>
          <a:xfrm>
            <a:off x="3314000" y="1334825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19" name="Google Shape;319;p18"/>
          <p:cNvSpPr>
            <a:spLocks noGrp="1"/>
          </p:cNvSpPr>
          <p:nvPr>
            <p:ph type="pic" idx="4"/>
          </p:nvPr>
        </p:nvSpPr>
        <p:spPr>
          <a:xfrm>
            <a:off x="6370250" y="1334825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20" name="Google Shape;320;p18"/>
          <p:cNvSpPr>
            <a:spLocks noGrp="1"/>
          </p:cNvSpPr>
          <p:nvPr>
            <p:ph type="pic" idx="5"/>
          </p:nvPr>
        </p:nvSpPr>
        <p:spPr>
          <a:xfrm>
            <a:off x="250400" y="3179750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21" name="Google Shape;321;p18"/>
          <p:cNvSpPr>
            <a:spLocks noGrp="1"/>
          </p:cNvSpPr>
          <p:nvPr>
            <p:ph type="pic" idx="6"/>
          </p:nvPr>
        </p:nvSpPr>
        <p:spPr>
          <a:xfrm>
            <a:off x="3314000" y="3179750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22" name="Google Shape;322;p18"/>
          <p:cNvSpPr>
            <a:spLocks noGrp="1"/>
          </p:cNvSpPr>
          <p:nvPr>
            <p:ph type="pic" idx="7"/>
          </p:nvPr>
        </p:nvSpPr>
        <p:spPr>
          <a:xfrm>
            <a:off x="6370250" y="3179750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23" name="Google Shape;323;p18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18"/>
          <p:cNvSpPr txBox="1">
            <a:spLocks noGrp="1"/>
          </p:cNvSpPr>
          <p:nvPr>
            <p:ph type="body" idx="1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Thoughts">
  <p:cSld name="CUSTOM_21_1_1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4786275" y="352450"/>
            <a:ext cx="40635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19"/>
          <p:cNvSpPr txBox="1">
            <a:spLocks noGrp="1"/>
          </p:cNvSpPr>
          <p:nvPr>
            <p:ph type="subTitle" idx="1"/>
          </p:nvPr>
        </p:nvSpPr>
        <p:spPr>
          <a:xfrm>
            <a:off x="314425" y="3213300"/>
            <a:ext cx="3922500" cy="6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3" name="Google Shape;343;p19"/>
          <p:cNvSpPr txBox="1">
            <a:spLocks noGrp="1"/>
          </p:cNvSpPr>
          <p:nvPr>
            <p:ph type="title"/>
          </p:nvPr>
        </p:nvSpPr>
        <p:spPr>
          <a:xfrm>
            <a:off x="238225" y="3820950"/>
            <a:ext cx="4063500" cy="86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9"/>
          <p:cNvSpPr txBox="1">
            <a:spLocks noGrp="1"/>
          </p:cNvSpPr>
          <p:nvPr>
            <p:ph type="body" idx="2"/>
          </p:nvPr>
        </p:nvSpPr>
        <p:spPr>
          <a:xfrm>
            <a:off x="5125900" y="591475"/>
            <a:ext cx="3312000" cy="9168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345" name="Google Shape;345;p19"/>
          <p:cNvSpPr txBox="1">
            <a:spLocks noGrp="1"/>
          </p:cNvSpPr>
          <p:nvPr>
            <p:ph type="body" idx="3"/>
          </p:nvPr>
        </p:nvSpPr>
        <p:spPr>
          <a:xfrm>
            <a:off x="5125900" y="1847075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46" name="Google Shape;346;p19"/>
          <p:cNvSpPr txBox="1">
            <a:spLocks noGrp="1"/>
          </p:cNvSpPr>
          <p:nvPr>
            <p:ph type="body" idx="4"/>
          </p:nvPr>
        </p:nvSpPr>
        <p:spPr>
          <a:xfrm>
            <a:off x="5125900" y="3097650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47" name="Google Shape;347;p19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19"/>
          <p:cNvSpPr txBox="1">
            <a:spLocks noGrp="1"/>
          </p:cNvSpPr>
          <p:nvPr>
            <p:ph type="body" idx="5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CUSTOM_21_1_1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20"/>
          <p:cNvSpPr>
            <a:spLocks noGrp="1"/>
          </p:cNvSpPr>
          <p:nvPr>
            <p:ph type="pic" idx="2"/>
          </p:nvPr>
        </p:nvSpPr>
        <p:spPr>
          <a:xfrm>
            <a:off x="1020450" y="1016000"/>
            <a:ext cx="3043800" cy="304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20"/>
          <p:cNvSpPr txBox="1">
            <a:spLocks noGrp="1"/>
          </p:cNvSpPr>
          <p:nvPr>
            <p:ph type="title"/>
          </p:nvPr>
        </p:nvSpPr>
        <p:spPr>
          <a:xfrm>
            <a:off x="4064000" y="1007950"/>
            <a:ext cx="4188000" cy="30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SECTION_HEADER_1_1">
    <p:bg>
      <p:bgPr>
        <a:solidFill>
          <a:schemeClr val="lt1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 txBox="1">
            <a:spLocks noGrp="1"/>
          </p:cNvSpPr>
          <p:nvPr>
            <p:ph type="title"/>
          </p:nvPr>
        </p:nvSpPr>
        <p:spPr>
          <a:xfrm>
            <a:off x="250503" y="725375"/>
            <a:ext cx="8643300" cy="13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377" name="Google Shape;377;p21"/>
          <p:cNvSpPr txBox="1">
            <a:spLocks noGrp="1"/>
          </p:cNvSpPr>
          <p:nvPr>
            <p:ph type="subTitle" idx="1"/>
          </p:nvPr>
        </p:nvSpPr>
        <p:spPr>
          <a:xfrm>
            <a:off x="1377400" y="2039975"/>
            <a:ext cx="6389400" cy="15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21_1_1_1_1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2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2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22"/>
          <p:cNvSpPr txBox="1">
            <a:spLocks noGrp="1"/>
          </p:cNvSpPr>
          <p:nvPr>
            <p:ph type="title"/>
          </p:nvPr>
        </p:nvSpPr>
        <p:spPr>
          <a:xfrm>
            <a:off x="969950" y="1084150"/>
            <a:ext cx="7204200" cy="29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CUSTOM_13_1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name="adj" fmla="val 2627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23"/>
          <p:cNvSpPr txBox="1">
            <a:spLocks noGrp="1"/>
          </p:cNvSpPr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23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23"/>
          <p:cNvSpPr txBox="1">
            <a:spLocks noGrp="1"/>
          </p:cNvSpPr>
          <p:nvPr>
            <p:ph type="body" idx="1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23_2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24"/>
          <p:cNvSpPr txBox="1">
            <a:spLocks noGrp="1"/>
          </p:cNvSpPr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26" name="Google Shape;426;p24"/>
          <p:cNvSpPr txBox="1">
            <a:spLocks noGrp="1"/>
          </p:cNvSpPr>
          <p:nvPr>
            <p:ph type="body" idx="1"/>
          </p:nvPr>
        </p:nvSpPr>
        <p:spPr>
          <a:xfrm>
            <a:off x="310520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24"/>
          <p:cNvSpPr txBox="1">
            <a:spLocks noGrp="1"/>
          </p:cNvSpPr>
          <p:nvPr>
            <p:ph type="body" idx="2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SECTION_HEADER_1_2">
    <p:bg>
      <p:bgPr>
        <a:solidFill>
          <a:schemeClr val="lt1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5"/>
          <p:cNvSpPr txBox="1">
            <a:spLocks noGrp="1"/>
          </p:cNvSpPr>
          <p:nvPr>
            <p:ph type="title"/>
          </p:nvPr>
        </p:nvSpPr>
        <p:spPr>
          <a:xfrm>
            <a:off x="250500" y="1338900"/>
            <a:ext cx="8643300" cy="24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CUSTOM_23_2_1_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2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2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2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2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2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2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2712475" y="376050"/>
            <a:ext cx="61371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26"/>
          <p:cNvSpPr txBox="1">
            <a:spLocks noGrp="1"/>
          </p:cNvSpPr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49" name="Google Shape;449;p26"/>
          <p:cNvSpPr txBox="1">
            <a:spLocks noGrp="1"/>
          </p:cNvSpPr>
          <p:nvPr>
            <p:ph type="body" idx="1"/>
          </p:nvPr>
        </p:nvSpPr>
        <p:spPr>
          <a:xfrm>
            <a:off x="3105200" y="1718575"/>
            <a:ext cx="5447700" cy="25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450" name="Google Shape;450;p26"/>
          <p:cNvSpPr txBox="1">
            <a:spLocks noGrp="1"/>
          </p:cNvSpPr>
          <p:nvPr>
            <p:ph type="subTitle" idx="2"/>
          </p:nvPr>
        </p:nvSpPr>
        <p:spPr>
          <a:xfrm>
            <a:off x="3017300" y="603250"/>
            <a:ext cx="5643300" cy="7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SECTION_HEADER_1_2_1">
    <p:bg>
      <p:bgPr>
        <a:solidFill>
          <a:schemeClr val="lt1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7"/>
          <p:cNvSpPr txBox="1">
            <a:spLocks noGrp="1"/>
          </p:cNvSpPr>
          <p:nvPr>
            <p:ph type="title"/>
          </p:nvPr>
        </p:nvSpPr>
        <p:spPr>
          <a:xfrm>
            <a:off x="1047400" y="1338900"/>
            <a:ext cx="7049100" cy="24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IBM Plex Mono"/>
              <a:buNone/>
              <a:defRPr>
                <a:solidFill>
                  <a:schemeClr val="accent4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USTOM_23_2_1_1_1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8"/>
          <p:cNvSpPr txBox="1">
            <a:spLocks noGrp="1"/>
          </p:cNvSpPr>
          <p:nvPr>
            <p:ph type="body" idx="1"/>
          </p:nvPr>
        </p:nvSpPr>
        <p:spPr>
          <a:xfrm>
            <a:off x="251400" y="125600"/>
            <a:ext cx="14685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SECTION_HEADER_1_2_2">
    <p:bg>
      <p:bgPr>
        <a:solidFill>
          <a:schemeClr val="lt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9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29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29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29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29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29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29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29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29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29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29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29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29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29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29"/>
          <p:cNvSpPr txBox="1">
            <a:spLocks noGrp="1"/>
          </p:cNvSpPr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72" name="Google Shape;472;p29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29"/>
          <p:cNvSpPr txBox="1">
            <a:spLocks noGrp="1"/>
          </p:cNvSpPr>
          <p:nvPr>
            <p:ph type="body" idx="1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14_1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5" name="Google Shape;475;p30"/>
          <p:cNvCxnSpPr/>
          <p:nvPr/>
        </p:nvCxnSpPr>
        <p:spPr>
          <a:xfrm rot="10800000">
            <a:off x="-3050" y="1664200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6" name="Google Shape;476;p30"/>
          <p:cNvSpPr/>
          <p:nvPr/>
        </p:nvSpPr>
        <p:spPr>
          <a:xfrm flipH="1">
            <a:off x="801804" y="1244700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7" name="Google Shape;477;p30"/>
          <p:cNvCxnSpPr/>
          <p:nvPr/>
        </p:nvCxnSpPr>
        <p:spPr>
          <a:xfrm rot="10800000">
            <a:off x="-2925" y="2295250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8" name="Google Shape;478;p30"/>
          <p:cNvSpPr/>
          <p:nvPr/>
        </p:nvSpPr>
        <p:spPr>
          <a:xfrm flipH="1">
            <a:off x="801874" y="1875750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9" name="Google Shape;479;p30"/>
          <p:cNvCxnSpPr/>
          <p:nvPr/>
        </p:nvCxnSpPr>
        <p:spPr>
          <a:xfrm rot="10800000">
            <a:off x="-2925" y="2926529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0" name="Google Shape;480;p30"/>
          <p:cNvSpPr/>
          <p:nvPr/>
        </p:nvSpPr>
        <p:spPr>
          <a:xfrm flipH="1">
            <a:off x="801874" y="2507025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1" name="Google Shape;481;p30"/>
          <p:cNvCxnSpPr/>
          <p:nvPr/>
        </p:nvCxnSpPr>
        <p:spPr>
          <a:xfrm rot="10800000">
            <a:off x="-2925" y="3564875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2" name="Google Shape;482;p30"/>
          <p:cNvSpPr/>
          <p:nvPr/>
        </p:nvSpPr>
        <p:spPr>
          <a:xfrm flipH="1">
            <a:off x="801874" y="3145375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3" name="Google Shape;483;p30"/>
          <p:cNvCxnSpPr/>
          <p:nvPr/>
        </p:nvCxnSpPr>
        <p:spPr>
          <a:xfrm rot="10800000">
            <a:off x="-3050" y="4199402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4" name="Google Shape;484;p30"/>
          <p:cNvSpPr/>
          <p:nvPr/>
        </p:nvSpPr>
        <p:spPr>
          <a:xfrm flipH="1">
            <a:off x="801729" y="3779900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30"/>
          <p:cNvSpPr txBox="1">
            <a:spLocks noGrp="1"/>
          </p:cNvSpPr>
          <p:nvPr>
            <p:ph type="subTitle" idx="1"/>
          </p:nvPr>
        </p:nvSpPr>
        <p:spPr>
          <a:xfrm>
            <a:off x="802850" y="1245725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6" name="Google Shape;486;p30"/>
          <p:cNvSpPr txBox="1">
            <a:spLocks noGrp="1"/>
          </p:cNvSpPr>
          <p:nvPr>
            <p:ph type="subTitle" idx="2"/>
          </p:nvPr>
        </p:nvSpPr>
        <p:spPr>
          <a:xfrm>
            <a:off x="801725" y="1875875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7" name="Google Shape;487;p30"/>
          <p:cNvSpPr txBox="1">
            <a:spLocks noGrp="1"/>
          </p:cNvSpPr>
          <p:nvPr>
            <p:ph type="subTitle" idx="3"/>
          </p:nvPr>
        </p:nvSpPr>
        <p:spPr>
          <a:xfrm>
            <a:off x="801725" y="2510050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8" name="Google Shape;488;p30"/>
          <p:cNvSpPr txBox="1">
            <a:spLocks noGrp="1"/>
          </p:cNvSpPr>
          <p:nvPr>
            <p:ph type="subTitle" idx="4"/>
          </p:nvPr>
        </p:nvSpPr>
        <p:spPr>
          <a:xfrm>
            <a:off x="802850" y="3145025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9" name="Google Shape;489;p30"/>
          <p:cNvSpPr txBox="1">
            <a:spLocks noGrp="1"/>
          </p:cNvSpPr>
          <p:nvPr>
            <p:ph type="subTitle" idx="5"/>
          </p:nvPr>
        </p:nvSpPr>
        <p:spPr>
          <a:xfrm>
            <a:off x="802850" y="3780700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30"/>
          <p:cNvSpPr txBox="1">
            <a:spLocks noGrp="1"/>
          </p:cNvSpPr>
          <p:nvPr>
            <p:ph type="title"/>
          </p:nvPr>
        </p:nvSpPr>
        <p:spPr>
          <a:xfrm>
            <a:off x="251400" y="180775"/>
            <a:ext cx="8685900" cy="10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>
            <a:endParaRPr/>
          </a:p>
        </p:txBody>
      </p:sp>
      <p:cxnSp>
        <p:nvCxnSpPr>
          <p:cNvPr id="491" name="Google Shape;491;p30"/>
          <p:cNvCxnSpPr/>
          <p:nvPr/>
        </p:nvCxnSpPr>
        <p:spPr>
          <a:xfrm rot="10800000">
            <a:off x="-3050" y="4833927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2" name="Google Shape;492;p30"/>
          <p:cNvSpPr/>
          <p:nvPr/>
        </p:nvSpPr>
        <p:spPr>
          <a:xfrm flipH="1">
            <a:off x="801729" y="4414425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30"/>
          <p:cNvSpPr txBox="1">
            <a:spLocks noGrp="1"/>
          </p:cNvSpPr>
          <p:nvPr>
            <p:ph type="subTitle" idx="6"/>
          </p:nvPr>
        </p:nvSpPr>
        <p:spPr>
          <a:xfrm>
            <a:off x="802850" y="4415225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17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1"/>
          <p:cNvSpPr>
            <a:spLocks noGrp="1"/>
          </p:cNvSpPr>
          <p:nvPr>
            <p:ph type="pic" idx="2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31"/>
          <p:cNvSpPr txBox="1">
            <a:spLocks noGrp="1"/>
          </p:cNvSpPr>
          <p:nvPr>
            <p:ph type="body" idx="1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497" name="Google Shape;497;p31"/>
          <p:cNvSpPr txBox="1">
            <a:spLocks noGrp="1"/>
          </p:cNvSpPr>
          <p:nvPr>
            <p:ph type="title"/>
          </p:nvPr>
        </p:nvSpPr>
        <p:spPr>
          <a:xfrm>
            <a:off x="274550" y="3283900"/>
            <a:ext cx="5430900" cy="16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23_2_1_2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3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3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3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3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3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3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3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3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3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3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3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3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3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3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32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32"/>
          <p:cNvSpPr txBox="1">
            <a:spLocks noGrp="1"/>
          </p:cNvSpPr>
          <p:nvPr>
            <p:ph type="body" idx="1"/>
          </p:nvPr>
        </p:nvSpPr>
        <p:spPr>
          <a:xfrm>
            <a:off x="310520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16" name="Google Shape;516;p32"/>
          <p:cNvSpPr txBox="1">
            <a:spLocks noGrp="1"/>
          </p:cNvSpPr>
          <p:nvPr>
            <p:ph type="subTitle" idx="2"/>
          </p:nvPr>
        </p:nvSpPr>
        <p:spPr>
          <a:xfrm>
            <a:off x="3017300" y="603250"/>
            <a:ext cx="22617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17" name="Google Shape;517;p32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32"/>
          <p:cNvSpPr txBox="1">
            <a:spLocks noGrp="1"/>
          </p:cNvSpPr>
          <p:nvPr>
            <p:ph type="body" idx="3"/>
          </p:nvPr>
        </p:nvSpPr>
        <p:spPr>
          <a:xfrm>
            <a:off x="632155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19" name="Google Shape;519;p32"/>
          <p:cNvSpPr txBox="1">
            <a:spLocks noGrp="1"/>
          </p:cNvSpPr>
          <p:nvPr>
            <p:ph type="subTitle" idx="4"/>
          </p:nvPr>
        </p:nvSpPr>
        <p:spPr>
          <a:xfrm>
            <a:off x="6233650" y="603250"/>
            <a:ext cx="22617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20" name="Google Shape;520;p32"/>
          <p:cNvSpPr txBox="1">
            <a:spLocks noGrp="1"/>
          </p:cNvSpPr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0_1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3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33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33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33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33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33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3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33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33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33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33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33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3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33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p33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3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p33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33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33"/>
          <p:cNvSpPr txBox="1">
            <a:spLocks noGrp="1"/>
          </p:cNvSpPr>
          <p:nvPr>
            <p:ph type="body" idx="1"/>
          </p:nvPr>
        </p:nvSpPr>
        <p:spPr>
          <a:xfrm>
            <a:off x="632900" y="1708100"/>
            <a:ext cx="2173800" cy="1659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44" name="Google Shape;544;p33"/>
          <p:cNvSpPr txBox="1">
            <a:spLocks noGrp="1"/>
          </p:cNvSpPr>
          <p:nvPr>
            <p:ph type="body" idx="2"/>
          </p:nvPr>
        </p:nvSpPr>
        <p:spPr>
          <a:xfrm>
            <a:off x="34742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45" name="Google Shape;545;p33"/>
          <p:cNvSpPr txBox="1">
            <a:spLocks noGrp="1"/>
          </p:cNvSpPr>
          <p:nvPr>
            <p:ph type="body" idx="3"/>
          </p:nvPr>
        </p:nvSpPr>
        <p:spPr>
          <a:xfrm>
            <a:off x="63155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46" name="Google Shape;546;p33"/>
          <p:cNvSpPr txBox="1">
            <a:spLocks noGrp="1"/>
          </p:cNvSpPr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47" name="Google Shape;547;p33"/>
          <p:cNvSpPr txBox="1">
            <a:spLocks noGrp="1"/>
          </p:cNvSpPr>
          <p:nvPr>
            <p:ph type="subTitle" idx="4"/>
          </p:nvPr>
        </p:nvSpPr>
        <p:spPr>
          <a:xfrm>
            <a:off x="606550" y="395850"/>
            <a:ext cx="22617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48" name="Google Shape;548;p33"/>
          <p:cNvSpPr txBox="1">
            <a:spLocks noGrp="1"/>
          </p:cNvSpPr>
          <p:nvPr>
            <p:ph type="subTitle" idx="5"/>
          </p:nvPr>
        </p:nvSpPr>
        <p:spPr>
          <a:xfrm>
            <a:off x="3441200" y="395850"/>
            <a:ext cx="22617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49" name="Google Shape;549;p33"/>
          <p:cNvSpPr txBox="1">
            <a:spLocks noGrp="1"/>
          </p:cNvSpPr>
          <p:nvPr>
            <p:ph type="subTitle" idx="6"/>
          </p:nvPr>
        </p:nvSpPr>
        <p:spPr>
          <a:xfrm>
            <a:off x="6275850" y="395850"/>
            <a:ext cx="22617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20_1_1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4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3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3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34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3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3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34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3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34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34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34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34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34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3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3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3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3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34"/>
          <p:cNvSpPr/>
          <p:nvPr/>
        </p:nvSpPr>
        <p:spPr>
          <a:xfrm>
            <a:off x="246850" y="296425"/>
            <a:ext cx="19611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34"/>
          <p:cNvSpPr txBox="1">
            <a:spLocks noGrp="1"/>
          </p:cNvSpPr>
          <p:nvPr>
            <p:ph type="body" idx="1"/>
          </p:nvPr>
        </p:nvSpPr>
        <p:spPr>
          <a:xfrm>
            <a:off x="335675" y="1708100"/>
            <a:ext cx="1753800" cy="17667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71" name="Google Shape;571;p34"/>
          <p:cNvSpPr txBox="1">
            <a:spLocks noGrp="1"/>
          </p:cNvSpPr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72" name="Google Shape;572;p34"/>
          <p:cNvSpPr txBox="1">
            <a:spLocks noGrp="1"/>
          </p:cNvSpPr>
          <p:nvPr>
            <p:ph type="subTitle" idx="2"/>
          </p:nvPr>
        </p:nvSpPr>
        <p:spPr>
          <a:xfrm>
            <a:off x="314425" y="395850"/>
            <a:ext cx="18246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73" name="Google Shape;573;p34"/>
          <p:cNvSpPr/>
          <p:nvPr/>
        </p:nvSpPr>
        <p:spPr>
          <a:xfrm>
            <a:off x="2476617" y="296425"/>
            <a:ext cx="19611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34"/>
          <p:cNvSpPr/>
          <p:nvPr/>
        </p:nvSpPr>
        <p:spPr>
          <a:xfrm>
            <a:off x="4706383" y="296425"/>
            <a:ext cx="19611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34"/>
          <p:cNvSpPr/>
          <p:nvPr/>
        </p:nvSpPr>
        <p:spPr>
          <a:xfrm>
            <a:off x="6936150" y="296425"/>
            <a:ext cx="19611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34"/>
          <p:cNvSpPr txBox="1">
            <a:spLocks noGrp="1"/>
          </p:cNvSpPr>
          <p:nvPr>
            <p:ph type="body" idx="3"/>
          </p:nvPr>
        </p:nvSpPr>
        <p:spPr>
          <a:xfrm>
            <a:off x="25661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77" name="Google Shape;577;p34"/>
          <p:cNvSpPr txBox="1">
            <a:spLocks noGrp="1"/>
          </p:cNvSpPr>
          <p:nvPr>
            <p:ph type="subTitle" idx="4"/>
          </p:nvPr>
        </p:nvSpPr>
        <p:spPr>
          <a:xfrm>
            <a:off x="2544863" y="395850"/>
            <a:ext cx="18246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78" name="Google Shape;578;p34"/>
          <p:cNvSpPr txBox="1">
            <a:spLocks noGrp="1"/>
          </p:cNvSpPr>
          <p:nvPr>
            <p:ph type="body" idx="5"/>
          </p:nvPr>
        </p:nvSpPr>
        <p:spPr>
          <a:xfrm>
            <a:off x="479587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79" name="Google Shape;579;p34"/>
          <p:cNvSpPr txBox="1">
            <a:spLocks noGrp="1"/>
          </p:cNvSpPr>
          <p:nvPr>
            <p:ph type="subTitle" idx="6"/>
          </p:nvPr>
        </p:nvSpPr>
        <p:spPr>
          <a:xfrm>
            <a:off x="4774625" y="395850"/>
            <a:ext cx="18246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80" name="Google Shape;580;p34"/>
          <p:cNvSpPr txBox="1">
            <a:spLocks noGrp="1"/>
          </p:cNvSpPr>
          <p:nvPr>
            <p:ph type="body" idx="7"/>
          </p:nvPr>
        </p:nvSpPr>
        <p:spPr>
          <a:xfrm>
            <a:off x="70256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81" name="Google Shape;581;p34"/>
          <p:cNvSpPr txBox="1">
            <a:spLocks noGrp="1"/>
          </p:cNvSpPr>
          <p:nvPr>
            <p:ph type="subTitle" idx="8"/>
          </p:nvPr>
        </p:nvSpPr>
        <p:spPr>
          <a:xfrm>
            <a:off x="7004375" y="395850"/>
            <a:ext cx="18246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23_3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5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4" name="Google Shape;584;p35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35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35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35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35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35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35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35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35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35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35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p35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" name="Google Shape;596;p35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35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35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35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35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35"/>
          <p:cNvSpPr>
            <a:spLocks noGrp="1"/>
          </p:cNvSpPr>
          <p:nvPr>
            <p:ph type="pic" idx="2"/>
          </p:nvPr>
        </p:nvSpPr>
        <p:spPr>
          <a:xfrm>
            <a:off x="3017300" y="586450"/>
            <a:ext cx="2439000" cy="14295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02" name="Google Shape;602;p35"/>
          <p:cNvSpPr>
            <a:spLocks noGrp="1"/>
          </p:cNvSpPr>
          <p:nvPr>
            <p:ph type="pic" idx="3"/>
          </p:nvPr>
        </p:nvSpPr>
        <p:spPr>
          <a:xfrm>
            <a:off x="6205700" y="586450"/>
            <a:ext cx="2439000" cy="14295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03" name="Google Shape;603;p35"/>
          <p:cNvSpPr txBox="1">
            <a:spLocks noGrp="1"/>
          </p:cNvSpPr>
          <p:nvPr>
            <p:ph type="body" idx="1"/>
          </p:nvPr>
        </p:nvSpPr>
        <p:spPr>
          <a:xfrm>
            <a:off x="3105200" y="2506300"/>
            <a:ext cx="2173800" cy="19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604" name="Google Shape;604;p35"/>
          <p:cNvSpPr txBox="1">
            <a:spLocks noGrp="1"/>
          </p:cNvSpPr>
          <p:nvPr>
            <p:ph type="subTitle" idx="4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605" name="Google Shape;605;p35"/>
          <p:cNvSpPr txBox="1">
            <a:spLocks noGrp="1"/>
          </p:cNvSpPr>
          <p:nvPr>
            <p:ph type="body" idx="5"/>
          </p:nvPr>
        </p:nvSpPr>
        <p:spPr>
          <a:xfrm>
            <a:off x="6293600" y="2506300"/>
            <a:ext cx="2173800" cy="19902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606" name="Google Shape;606;p35"/>
          <p:cNvSpPr txBox="1">
            <a:spLocks noGrp="1"/>
          </p:cNvSpPr>
          <p:nvPr>
            <p:ph type="subTitle" idx="6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607" name="Google Shape;607;p35"/>
          <p:cNvSpPr txBox="1">
            <a:spLocks noGrp="1"/>
          </p:cNvSpPr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20_1_2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3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3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3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36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3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3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36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3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3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p3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36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3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3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3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3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3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3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36"/>
          <p:cNvSpPr/>
          <p:nvPr/>
        </p:nvSpPr>
        <p:spPr>
          <a:xfrm>
            <a:off x="426700" y="296425"/>
            <a:ext cx="2621400" cy="3608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p36"/>
          <p:cNvSpPr txBox="1">
            <a:spLocks noGrp="1"/>
          </p:cNvSpPr>
          <p:nvPr>
            <p:ph type="body" idx="1"/>
          </p:nvPr>
        </p:nvSpPr>
        <p:spPr>
          <a:xfrm>
            <a:off x="632900" y="2249863"/>
            <a:ext cx="2173800" cy="14754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629" name="Google Shape;629;p36"/>
          <p:cNvSpPr txBox="1">
            <a:spLocks noGrp="1"/>
          </p:cNvSpPr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630" name="Google Shape;630;p36"/>
          <p:cNvSpPr txBox="1">
            <a:spLocks noGrp="1"/>
          </p:cNvSpPr>
          <p:nvPr>
            <p:ph type="subTitle" idx="2"/>
          </p:nvPr>
        </p:nvSpPr>
        <p:spPr>
          <a:xfrm>
            <a:off x="606550" y="1629713"/>
            <a:ext cx="2261700" cy="5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631" name="Google Shape;631;p36"/>
          <p:cNvSpPr>
            <a:spLocks noGrp="1"/>
          </p:cNvSpPr>
          <p:nvPr>
            <p:ph type="pic" idx="3"/>
          </p:nvPr>
        </p:nvSpPr>
        <p:spPr>
          <a:xfrm>
            <a:off x="613100" y="475988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32" name="Google Shape;632;p36"/>
          <p:cNvSpPr/>
          <p:nvPr/>
        </p:nvSpPr>
        <p:spPr>
          <a:xfrm>
            <a:off x="3261350" y="296425"/>
            <a:ext cx="2621400" cy="3608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36"/>
          <p:cNvSpPr txBox="1">
            <a:spLocks noGrp="1"/>
          </p:cNvSpPr>
          <p:nvPr>
            <p:ph type="body" idx="4"/>
          </p:nvPr>
        </p:nvSpPr>
        <p:spPr>
          <a:xfrm>
            <a:off x="346755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634" name="Google Shape;634;p36"/>
          <p:cNvSpPr txBox="1">
            <a:spLocks noGrp="1"/>
          </p:cNvSpPr>
          <p:nvPr>
            <p:ph type="subTitle" idx="5"/>
          </p:nvPr>
        </p:nvSpPr>
        <p:spPr>
          <a:xfrm>
            <a:off x="3441200" y="1629713"/>
            <a:ext cx="2261700" cy="5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635" name="Google Shape;635;p36"/>
          <p:cNvSpPr>
            <a:spLocks noGrp="1"/>
          </p:cNvSpPr>
          <p:nvPr>
            <p:ph type="pic" idx="6"/>
          </p:nvPr>
        </p:nvSpPr>
        <p:spPr>
          <a:xfrm>
            <a:off x="3447750" y="475988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36" name="Google Shape;636;p36"/>
          <p:cNvSpPr/>
          <p:nvPr/>
        </p:nvSpPr>
        <p:spPr>
          <a:xfrm>
            <a:off x="6096000" y="296425"/>
            <a:ext cx="2621400" cy="3608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36"/>
          <p:cNvSpPr txBox="1">
            <a:spLocks noGrp="1"/>
          </p:cNvSpPr>
          <p:nvPr>
            <p:ph type="body" idx="7"/>
          </p:nvPr>
        </p:nvSpPr>
        <p:spPr>
          <a:xfrm>
            <a:off x="630220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638" name="Google Shape;638;p36"/>
          <p:cNvSpPr txBox="1">
            <a:spLocks noGrp="1"/>
          </p:cNvSpPr>
          <p:nvPr>
            <p:ph type="subTitle" idx="8"/>
          </p:nvPr>
        </p:nvSpPr>
        <p:spPr>
          <a:xfrm>
            <a:off x="6275850" y="1629713"/>
            <a:ext cx="2261700" cy="5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639" name="Google Shape;639;p36"/>
          <p:cNvSpPr>
            <a:spLocks noGrp="1"/>
          </p:cNvSpPr>
          <p:nvPr>
            <p:ph type="pic" idx="9"/>
          </p:nvPr>
        </p:nvSpPr>
        <p:spPr>
          <a:xfrm>
            <a:off x="6282400" y="475988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21_1_1_1_2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7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37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37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37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37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37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37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37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37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37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37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37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7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37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37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37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37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37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p37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p37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37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37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37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37"/>
          <p:cNvSpPr>
            <a:spLocks noGrp="1"/>
          </p:cNvSpPr>
          <p:nvPr>
            <p:ph type="pic" idx="2"/>
          </p:nvPr>
        </p:nvSpPr>
        <p:spPr>
          <a:xfrm>
            <a:off x="1020450" y="1016000"/>
            <a:ext cx="7107600" cy="304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21_1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3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3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3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38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38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3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38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3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3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3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3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3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3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3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3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3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3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3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3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3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p3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3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3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38"/>
          <p:cNvSpPr txBox="1">
            <a:spLocks noGrp="1"/>
          </p:cNvSpPr>
          <p:nvPr>
            <p:ph type="title"/>
          </p:nvPr>
        </p:nvSpPr>
        <p:spPr>
          <a:xfrm>
            <a:off x="314425" y="314675"/>
            <a:ext cx="85380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91" name="Google Shape;691;p38"/>
          <p:cNvSpPr>
            <a:spLocks noGrp="1"/>
          </p:cNvSpPr>
          <p:nvPr>
            <p:ph type="pic" idx="2"/>
          </p:nvPr>
        </p:nvSpPr>
        <p:spPr>
          <a:xfrm>
            <a:off x="390800" y="127337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2" name="Google Shape;692;p38"/>
          <p:cNvSpPr>
            <a:spLocks noGrp="1"/>
          </p:cNvSpPr>
          <p:nvPr>
            <p:ph type="pic" idx="3"/>
          </p:nvPr>
        </p:nvSpPr>
        <p:spPr>
          <a:xfrm>
            <a:off x="390800" y="2522600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3" name="Google Shape;693;p38"/>
          <p:cNvSpPr>
            <a:spLocks noGrp="1"/>
          </p:cNvSpPr>
          <p:nvPr>
            <p:ph type="pic" idx="4"/>
          </p:nvPr>
        </p:nvSpPr>
        <p:spPr>
          <a:xfrm>
            <a:off x="390800" y="377182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4" name="Google Shape;694;p38"/>
          <p:cNvSpPr>
            <a:spLocks noGrp="1"/>
          </p:cNvSpPr>
          <p:nvPr>
            <p:ph type="pic" idx="5"/>
          </p:nvPr>
        </p:nvSpPr>
        <p:spPr>
          <a:xfrm>
            <a:off x="3446150" y="127337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5" name="Google Shape;695;p38"/>
          <p:cNvSpPr>
            <a:spLocks noGrp="1"/>
          </p:cNvSpPr>
          <p:nvPr>
            <p:ph type="pic" idx="6"/>
          </p:nvPr>
        </p:nvSpPr>
        <p:spPr>
          <a:xfrm>
            <a:off x="3446150" y="2522600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6" name="Google Shape;696;p38"/>
          <p:cNvSpPr>
            <a:spLocks noGrp="1"/>
          </p:cNvSpPr>
          <p:nvPr>
            <p:ph type="pic" idx="7"/>
          </p:nvPr>
        </p:nvSpPr>
        <p:spPr>
          <a:xfrm>
            <a:off x="3446150" y="377182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7" name="Google Shape;697;p38"/>
          <p:cNvSpPr>
            <a:spLocks noGrp="1"/>
          </p:cNvSpPr>
          <p:nvPr>
            <p:ph type="pic" idx="8"/>
          </p:nvPr>
        </p:nvSpPr>
        <p:spPr>
          <a:xfrm>
            <a:off x="6501500" y="127337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8" name="Google Shape;698;p38"/>
          <p:cNvSpPr>
            <a:spLocks noGrp="1"/>
          </p:cNvSpPr>
          <p:nvPr>
            <p:ph type="pic" idx="9"/>
          </p:nvPr>
        </p:nvSpPr>
        <p:spPr>
          <a:xfrm>
            <a:off x="6501500" y="2522600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9" name="Google Shape;699;p38"/>
          <p:cNvSpPr>
            <a:spLocks noGrp="1"/>
          </p:cNvSpPr>
          <p:nvPr>
            <p:ph type="pic" idx="13"/>
          </p:nvPr>
        </p:nvSpPr>
        <p:spPr>
          <a:xfrm>
            <a:off x="6501500" y="377182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9050" y="228600"/>
            <a:ext cx="86859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Google Shape;70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3426" y="260118"/>
            <a:ext cx="2857143" cy="990476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39"/>
          <p:cNvSpPr txBox="1"/>
          <p:nvPr/>
        </p:nvSpPr>
        <p:spPr>
          <a:xfrm>
            <a:off x="0" y="2806305"/>
            <a:ext cx="91440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275" tIns="35625" rIns="71275" bIns="356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0">
                <a:solidFill>
                  <a:srgbClr val="72865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Paper ID: HDR-CNN-2026</a:t>
            </a:r>
            <a:br>
              <a:rPr lang="en" sz="1559">
                <a:solidFill>
                  <a:srgbClr val="728653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4210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algn="ctr"/>
            <a:r>
              <a:rPr sz="1560">
                <a:solidFill>
                  <a:srgbClr val="728653"/>
                </a:solidFill>
                <a:latin typeface="Century Gothic"/>
              </a:rPr>
              <a:t>Handwritten Digit Recognition Using Convolutional Neural Networks:</a:t>
            </a:r>
          </a:p>
          <a:p>
            <a:pPr algn="ctr"/>
            <a:r>
              <a:rPr sz="1560">
                <a:solidFill>
                  <a:srgbClr val="728653"/>
                </a:solidFill>
                <a:latin typeface="Century Gothic"/>
              </a:rPr>
              <a:t>A Deep Learning Approach</a:t>
            </a:r>
          </a:p>
        </p:txBody>
      </p:sp>
      <p:sp>
        <p:nvSpPr>
          <p:cNvPr id="706" name="Google Shape;706;p39"/>
          <p:cNvSpPr txBox="1"/>
          <p:nvPr/>
        </p:nvSpPr>
        <p:spPr>
          <a:xfrm>
            <a:off x="0" y="3665325"/>
            <a:ext cx="9144000" cy="13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275" tIns="35625" rIns="71275" bIns="356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Presented by</a:t>
            </a:r>
            <a:endParaRPr sz="1403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Abhay Singh</a:t>
            </a:r>
            <a:endParaRPr sz="1092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Department of Computer Science, COER University, Roorkee, India</a:t>
            </a:r>
            <a:endParaRPr sz="1092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3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Presentation Date: April 2026</a:t>
            </a:r>
            <a:endParaRPr sz="1403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3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7" name="Google Shape;707;p39"/>
          <p:cNvSpPr txBox="1"/>
          <p:nvPr/>
        </p:nvSpPr>
        <p:spPr>
          <a:xfrm>
            <a:off x="625359" y="1343400"/>
            <a:ext cx="8122200" cy="12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275" tIns="35625" rIns="71275" bIns="35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9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International Conference on Smart and Sustainable Computing Systems </a:t>
            </a:r>
            <a:endParaRPr sz="1559" b="1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9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(ICSSCS 2026)</a:t>
            </a:r>
            <a:endParaRPr sz="702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9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Organized By:</a:t>
            </a:r>
            <a:br>
              <a:rPr lang="en" sz="1559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559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College of Smart Computing</a:t>
            </a:r>
            <a:endParaRPr sz="702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9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COER University, Roorkee, Uttarakhand, India. </a:t>
            </a:r>
            <a:endParaRPr sz="1559" b="1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2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0"/>
          <p:cNvSpPr txBox="1">
            <a:spLocks noGrp="1"/>
          </p:cNvSpPr>
          <p:nvPr>
            <p:ph type="title"/>
          </p:nvPr>
        </p:nvSpPr>
        <p:spPr>
          <a:xfrm>
            <a:off x="980298" y="86100"/>
            <a:ext cx="5800800" cy="10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4" name="Google Shape;714;p40"/>
          <p:cNvSpPr txBox="1"/>
          <p:nvPr/>
        </p:nvSpPr>
        <p:spPr>
          <a:xfrm>
            <a:off x="1656550" y="1369063"/>
            <a:ext cx="3857100" cy="24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56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  Introduction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56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 Literature Review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56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 Dataset Description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56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  Methodology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56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  Results &amp; Analysis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56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6.  Deployment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algn="l"/>
            <a:r>
              <a:rPr sz="1560" b="1">
                <a:latin typeface="Century Gothic"/>
              </a:rPr>
              <a:t>7.  Conclusion &amp; Future Work</a:t>
            </a:r>
          </a:p>
          <a:p>
            <a:pPr algn="l"/>
            <a:r>
              <a:rPr sz="1560" b="1">
                <a:latin typeface="Century Gothic"/>
              </a:rPr>
              <a:t>8.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1"/>
          <p:cNvSpPr txBox="1">
            <a:spLocks noGrp="1"/>
          </p:cNvSpPr>
          <p:nvPr>
            <p:ph type="title"/>
          </p:nvPr>
        </p:nvSpPr>
        <p:spPr>
          <a:xfrm>
            <a:off x="3318368" y="156668"/>
            <a:ext cx="25350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0" name="TextBox 719"/>
          <p:cNvSpPr txBox="1"/>
          <p:nvPr/>
        </p:nvSpPr>
        <p:spPr>
          <a:xfrm>
            <a:off x="400000" y="900000"/>
            <a:ext cx="83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400">
                <a:solidFill>
                  <a:srgbClr val="000000"/>
                </a:solidFill>
                <a:latin typeface="Century Gothic"/>
              </a:rPr>
              <a:t>Handwritten digit recognition (HDR) is a key problem in pattern recognition and computer vision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400">
                <a:solidFill>
                  <a:srgbClr val="000000"/>
                </a:solidFill>
                <a:latin typeface="Century Gothic"/>
              </a:rPr>
              <a:t>Practical applications: postal mail sorting, bank cheque processing, document scanning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400">
                <a:solidFill>
                  <a:srgbClr val="000000"/>
                </a:solidFill>
                <a:latin typeface="Century Gothic"/>
              </a:rPr>
              <a:t>Deep learning (CNNs) have revolutionized image recognition by learning features automatically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400">
                <a:solidFill>
                  <a:srgbClr val="000000"/>
                </a:solidFill>
                <a:latin typeface="Century Gothic"/>
              </a:rPr>
              <a:t>Traditional methods (SVM, k-NN) rely on manual feature extraction and miss spatial patterns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400">
                <a:solidFill>
                  <a:srgbClr val="000000"/>
                </a:solidFill>
                <a:latin typeface="Century Gothic"/>
              </a:rPr>
              <a:t>This paper presents a CNN-based approach achieving 98.91% accuracy on MNIST benchmark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400">
                <a:solidFill>
                  <a:srgbClr val="000000"/>
                </a:solidFill>
                <a:latin typeface="Century Gothic"/>
              </a:rPr>
              <a:t>Includes real-time deployment via a Streamlit web application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400000" y="4200000"/>
            <a:ext cx="8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1B3A5C"/>
                </a:solidFill>
                <a:latin typeface="Century Gothic"/>
              </a:rPr>
              <a:t>Objectives: Design CNN model • Evaluate performance • Analyze layer contributions • Deploy real-time web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00000" y="100000"/>
            <a:ext cx="3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5C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0000" y="700000"/>
            <a:ext cx="29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0000" y="85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Classical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1150000"/>
            <a:ext cx="41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SVM achieved ~1.4% error rate on MNIST [</a:t>
            </a:r>
            <a:r>
              <a:rPr sz="1200" dirty="0" err="1">
                <a:solidFill>
                  <a:srgbClr val="000000"/>
                </a:solidFill>
                <a:latin typeface="Century Gothic"/>
              </a:rPr>
              <a:t>Vapnik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, 1995]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k-NN achieved 3–5% error depending on features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Random Forests: 96–97% accuracy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All required handcrafted features (HOG, Gabor filters)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0000" y="85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Modern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00" y="1150000"/>
            <a:ext cx="4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LeNet-5 (1998): 0.80% error — first successful CNN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Deep CNN (2012): 0.35% error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 err="1">
                <a:solidFill>
                  <a:srgbClr val="000000"/>
                </a:solidFill>
                <a:latin typeface="Century Gothic"/>
              </a:rPr>
              <a:t>DropConnect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 (2013): 0.21% er</a:t>
            </a:r>
            <a:r>
              <a:rPr lang="en-IN" sz="1200" dirty="0">
                <a:solidFill>
                  <a:srgbClr val="000000"/>
                </a:solidFill>
                <a:latin typeface="Century Gothic"/>
              </a:rPr>
              <a:t>r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or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Ensemble of CNNs (2016): 0.17% error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00000" y="3100000"/>
          <a:ext cx="61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3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Method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Error Rate (%)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Year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LeNet-5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0.80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1998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SVM (RBF kernel)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1.40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1998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Deep CNN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0.35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2012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DropConnect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0.21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2013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Batch-Normalised CNN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0.29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2015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Ensemble of CNNs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0.17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2016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Capsule Network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0.25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2017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00000" y="4850000"/>
            <a:ext cx="8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C0392B"/>
                </a:solidFill>
                <a:latin typeface="Century Gothic"/>
              </a:rPr>
              <a:t>Research Gap: Most works focus only on accuracy. This paper provides reproducible implementation + real-time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0000" y="100000"/>
            <a:ext cx="3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5C"/>
                </a:solidFill>
                <a:latin typeface="Times New Roman"/>
              </a:rPr>
              <a:t>Dataset Description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0" y="700000"/>
            <a:ext cx="31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0000" y="85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1A1A"/>
                </a:solidFill>
                <a:latin typeface="Century Gothic"/>
              </a:rPr>
              <a:t>The MNIST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1200000"/>
            <a:ext cx="42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Modified National Institute of Standards and Technology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Most widely used benchmark for digit recognition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Created from NIST Special Databases 1 and 3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28×28 pixel grayscale images (white digit on black)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Images centered by center of mass, anti-aliased edges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00000" y="850000"/>
          <a:ext cx="4000000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77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Property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7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Total Images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70,000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7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Training Set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60,000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77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Test Set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10,000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77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Image Dimensions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28 × 28 pixels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77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Colour Space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Grayscale (1 channel)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77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Pixel Range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 (black) – 255 (white)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777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Classes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10 (digits 0–9)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7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Class Balance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~5,500–7,000 per digit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00000" y="3500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5C"/>
                </a:solidFill>
                <a:latin typeface="Century Gothic"/>
              </a:rPr>
              <a:t>Key Data Characteristics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000" y="3800000"/>
            <a:ext cx="8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Class Balance: Roughly equal distribution across all 10 classes (~5,500–7,000 samples each)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Centering: All images aligned by center of mass, scaled to 20×20 pixel area within 28×28 frame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Smooth Edges: Anti-aliased edges with intermediate grey values for smoother boundaries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0000" y="100000"/>
            <a:ext cx="3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5C"/>
                </a:solidFill>
                <a:latin typeface="Times New Roman"/>
              </a:rPr>
              <a:t>Methodology: Data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400000" y="700000"/>
            <a:ext cx="43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0000" y="900000"/>
            <a:ext cx="8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entury Gothic"/>
              </a:rPr>
              <a:t>Three preprocessing steps applied before feeding images into CNN: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1300000"/>
            <a:ext cx="2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① Reshaping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000" y="1600000"/>
            <a:ext cx="26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Raw shape: (N, 28, 28)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Reshaped to: (N, 28, 28, 1)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Added channel dimension for CNN compatibility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000" y="1300000"/>
            <a:ext cx="2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② Normalisation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000" y="1600000"/>
            <a:ext cx="27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Pixel values ÷ 255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Range: [0, 255] → [0.0, 1.0]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Faster, more stable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0" y="1300000"/>
            <a:ext cx="2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③ One-Hot Encoding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0000" y="1600000"/>
            <a:ext cx="27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Label 3 → [0,0,0,1,0,0,0,0,0,0]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Vector of length 10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Required for categorical cross-entropy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2800000"/>
            <a:ext cx="8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  <a:latin typeface="Century Gothic"/>
              </a:rPr>
              <a:t>Pipeline:   Raw Images  →  Reshape (28×28×1)  →  Normalize (/255)  →  One-Hot Encode  →  CNN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000" y="3500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5C"/>
                </a:solidFill>
                <a:latin typeface="Century Gothic"/>
              </a:rPr>
              <a:t>Implementation Environment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000000" y="3800000"/>
          <a:ext cx="5100000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Component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Specification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Language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Python 3.13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Framework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TensorFlow 2.21.0 / Keras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Hardware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CPU-based training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Training Time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~3 minutes (9 epochs)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Deployment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Streamlit Web Application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0000" y="100000"/>
            <a:ext cx="3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5C"/>
                </a:solidFill>
                <a:latin typeface="Times New Roman"/>
              </a:rPr>
              <a:t>CNN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000" y="700000"/>
            <a:ext cx="27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0000" y="850000"/>
            <a:ext cx="40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Model Architecture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Consolas"/>
              </a:rPr>
              <a:t>  Input Layer:</a:t>
            </a:r>
            <a:r>
              <a:rPr sz="1000">
                <a:solidFill>
                  <a:srgbClr val="2E75B6"/>
                </a:solidFill>
                <a:latin typeface="Consolas"/>
              </a:rPr>
              <a:t>  28 × 28 × 1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1B3A5C"/>
                </a:solidFill>
                <a:latin typeface="Consolas"/>
              </a:rPr>
              <a:t>  ── Feature Extraction ──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Conv2D(32, 3×3, ReLU)</a:t>
            </a:r>
            <a:r>
              <a:rPr sz="1000">
                <a:solidFill>
                  <a:srgbClr val="2E75B6"/>
                </a:solidFill>
                <a:latin typeface="Consolas"/>
              </a:rPr>
              <a:t>  → 26 × 26 × 32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Conv2D(64, 3×3, ReLU)</a:t>
            </a:r>
            <a:r>
              <a:rPr sz="1000">
                <a:solidFill>
                  <a:srgbClr val="2E75B6"/>
                </a:solidFill>
                <a:latin typeface="Consolas"/>
              </a:rPr>
              <a:t>  → 24 × 24 × 64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MaxPooling2D(2×2)</a:t>
            </a:r>
            <a:r>
              <a:rPr sz="1000">
                <a:solidFill>
                  <a:srgbClr val="2E75B6"/>
                </a:solidFill>
                <a:latin typeface="Consolas"/>
              </a:rPr>
              <a:t>  → 12 × 12 × 64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Dropout(0.25)</a:t>
            </a:r>
            <a:r>
              <a:rPr sz="1000">
                <a:solidFill>
                  <a:srgbClr val="2E75B6"/>
                </a:solidFill>
                <a:latin typeface="Consolas"/>
              </a:rPr>
              <a:t>  → 12 × 12 × 64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1B3A5C"/>
                </a:solidFill>
                <a:latin typeface="Consolas"/>
              </a:rPr>
              <a:t>  ── Classification Head ──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Flatten()</a:t>
            </a:r>
            <a:r>
              <a:rPr sz="1000">
                <a:solidFill>
                  <a:srgbClr val="2E75B6"/>
                </a:solidFill>
                <a:latin typeface="Consolas"/>
              </a:rPr>
              <a:t>  → 9,216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Dense(128, ReLU)</a:t>
            </a:r>
            <a:r>
              <a:rPr sz="1000">
                <a:solidFill>
                  <a:srgbClr val="2E75B6"/>
                </a:solidFill>
                <a:latin typeface="Consolas"/>
              </a:rPr>
              <a:t>  → 128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BatchNormalization()</a:t>
            </a:r>
            <a:r>
              <a:rPr sz="1000">
                <a:solidFill>
                  <a:srgbClr val="2E75B6"/>
                </a:solidFill>
                <a:latin typeface="Consolas"/>
              </a:rPr>
              <a:t>  → 128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Dropout(0.50)</a:t>
            </a:r>
            <a:r>
              <a:rPr sz="1000">
                <a:solidFill>
                  <a:srgbClr val="2E75B6"/>
                </a:solidFill>
                <a:latin typeface="Consolas"/>
              </a:rPr>
              <a:t>  → 128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Dense(10, Softmax)</a:t>
            </a:r>
            <a:r>
              <a:rPr sz="1000">
                <a:solidFill>
                  <a:srgbClr val="2E75B6"/>
                </a:solidFill>
                <a:latin typeface="Consolas"/>
              </a:rPr>
              <a:t>  → 10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C0392B"/>
                </a:solidFill>
                <a:latin typeface="Century Gothic"/>
              </a:rPr>
              <a:t>  Total: ~1,199,882 params | Trainable: ~1,199,370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0" y="850000"/>
            <a:ext cx="4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Layer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1200000"/>
            <a:ext cx="43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Conv2D: Detects local patterns (edges → shapes) using learnable filters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ReLU: f(x) = max(0, x) — avoids vanishing gradient, enables sparse representations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MaxPooling: Reduces dimensions by 75%, adds translation invariance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Dropout (25% &amp; 50%): Prevents overfitting by randomly deactivating neurons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BatchNorm: Normalizes layer inputs for stable, faster training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Softmax: Outputs probability distribution over 10 digit classes (sum = 1.0)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0000" y="100000"/>
            <a:ext cx="3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5C"/>
                </a:solidFill>
                <a:latin typeface="Times New Roman"/>
              </a:rPr>
              <a:t>Training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900000" y="700000"/>
            <a:ext cx="33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0000" y="850000"/>
          <a:ext cx="81000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Hyperparameter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Justification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Optimiser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Adam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Auto-adjusts learning rate per parameter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Learning Rate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0.001 (default)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Standard starting value for Adam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Loss Function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Categorical Cross-Entropy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Standard for multi-class problems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Batch Size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128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Balance between speed and accuracy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Max Epochs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Sufficient for convergence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Validation Split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10%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Monitor overfitting during training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Early Stopping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patience=3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Stops when no improvement for 3 epochs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0000" y="3200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5C"/>
                </a:solidFill>
                <a:latin typeface="Century Gothic"/>
              </a:rPr>
              <a:t>Training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000" y="3500000"/>
            <a:ext cx="8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Adam optimizer adapts learning rate individually per parameter — faster convergence than SGD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Early stopping monitors validation loss — automatically halts at optimal point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Model trained for only 9 epochs before early stopping (out of max 15)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Training completed in ~3 minutes on CPU — extremely efficient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0000" y="100000"/>
            <a:ext cx="3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5C"/>
                </a:solidFill>
                <a:latin typeface="Times New Roman"/>
              </a:rPr>
              <a:t>Results: Training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600000" y="700000"/>
            <a:ext cx="39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0000" y="85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Training Curves Analysis (9 Epochs)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1200000"/>
            <a:ext cx="42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Fast initial learning: 95.4% accuracy after Epoch 1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Steady improvement: 95.4% → 99.3% over 9 epochs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No overfitting: Train-validation gap &lt; 0.5%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Validation plateau at ~99.1–99.2% by Epoch 5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Early stopping activated at Epoch 9 (patience=3)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000" y="85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Test Set Evaluation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00000" y="1200000"/>
          <a:ext cx="3800000" cy="1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Metric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Test Accuracy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98.91%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Test Loss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0.0304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1.09%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Misclassified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~109 / 10,000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00000" y="270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entury Gothic"/>
              </a:rPr>
              <a:t>Computational Efficiency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800000" y="3000000"/>
          <a:ext cx="3800000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Metric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Training Time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~3 min (CPU)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Inference Time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&lt; 5 ms/image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Model Size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~14 MB (.keras)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Memory Usage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~50 MB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00000" y="4500000"/>
            <a:ext cx="8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C8C4A"/>
                </a:solidFill>
                <a:latin typeface="Century Gothic"/>
              </a:rPr>
              <a:t>✓ Small gap between validation (~99.2%) and test accuracy (98.91%) confirms strong generalization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00000" y="100000"/>
            <a:ext cx="3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5C"/>
                </a:solidFill>
                <a:latin typeface="Times New Roman"/>
              </a:rPr>
              <a:t>Performance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800000" y="700000"/>
            <a:ext cx="35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567917"/>
              </p:ext>
            </p:extLst>
          </p:nvPr>
        </p:nvGraphicFramePr>
        <p:xfrm>
          <a:off x="1200000" y="1200926"/>
          <a:ext cx="6700000" cy="1966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3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Method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Test Accuracy (%)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Century Gothic"/>
                        </a:rPr>
                        <a:t>Parameters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27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k-NN (baseline)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96.9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27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SVM (RBF)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98.6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27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MLP (784-256-128-10)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97.8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~236K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27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Proposed CNN ★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98.91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~1.2M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27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LeNet-5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99.2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~60K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28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Deep CNN (Cireşan)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99.65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  <a:latin typeface="Century Gothic"/>
                        </a:rPr>
                        <a:t>~10M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00000" y="3200000"/>
            <a:ext cx="8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Proposed CNN outperforms all traditional methods (k-NN, SVM, MLP)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Achieves 98.91% — competitive with more complex architectures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Best balance between accuracy and architectural simplicity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More complex models (LeNet-5, Deep CNN) achieve higher accuracy but require specialized 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00000" y="100000"/>
            <a:ext cx="3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5C"/>
                </a:solidFill>
                <a:latin typeface="Times New Roman"/>
              </a:rPr>
              <a:t>Per-Class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0" y="700000"/>
            <a:ext cx="31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0000" y="800000"/>
          <a:ext cx="50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Digit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Precision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Recall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F1-Score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Support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0.9888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0.9929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0.9908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980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0.9938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0.9947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0.9943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1,135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0.9799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0.9942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0.9870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1,032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0.9891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0.9911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0.9901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1,010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0.9928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0.9898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0.9913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982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0.9757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0.9910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0.9833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892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0.9947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0.9802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0.9874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958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7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0.9903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0.9893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0.9898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1,028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0.9938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0.9877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0.9907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974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0.9910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0.9792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0.9850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1,009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67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Avg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0.9891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0.9891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0.9891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10,000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00000" y="800000"/>
            <a:ext cx="3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0000" y="1150000"/>
            <a:ext cx="34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Best: Digit 1 (99.47% recall) — simple, straight stroke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Worst: Digit 9 (97.92% recall) — confused with digit 4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Lowest precision: Digit 5 (97.57%) — similar curves to 3 &amp;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0000" y="2500000"/>
            <a:ext cx="3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1A1A"/>
                </a:solidFill>
                <a:latin typeface="Century Gothic"/>
              </a:rPr>
              <a:t>Common Misclassifications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0000" y="2800000"/>
            <a:ext cx="3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6 → 5: 9 cases (similar curves)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9 → 4: 6 cases (similar top loops)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9 → 5: 6 cases (open top style)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0 → 2: 6 cases (slanted ovals)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Most errors from genuinely ambiguous handwriting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00000" y="100000"/>
            <a:ext cx="3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5C"/>
                </a:solidFill>
                <a:latin typeface="Times New Roman"/>
              </a:rPr>
              <a:t>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300000" y="700000"/>
            <a:ext cx="25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0000" y="85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Web Application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1200000"/>
            <a:ext cx="42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Built with Streamlit — Python framework for interactive apps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Drawing canvas using streamlit-drawable-canvas library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Trained Keras model loaded once, stored in memory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Real-time predictions with confidence score bars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000" y="850000"/>
            <a:ext cx="41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Real-Time Processing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000" y="1200000"/>
            <a:ext cx="41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2E75B6"/>
                </a:solidFill>
                <a:latin typeface="Century Gothic"/>
              </a:rPr>
              <a:t>  Step 1: </a:t>
            </a:r>
            <a:r>
              <a:rPr sz="1200">
                <a:solidFill>
                  <a:srgbClr val="000000"/>
                </a:solidFill>
                <a:latin typeface="Century Gothic"/>
              </a:rPr>
              <a:t>User draws digit on canvas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2E75B6"/>
                </a:solidFill>
                <a:latin typeface="Century Gothic"/>
              </a:rPr>
              <a:t>  Step 2: </a:t>
            </a:r>
            <a:r>
              <a:rPr sz="1200">
                <a:solidFill>
                  <a:srgbClr val="000000"/>
                </a:solidFill>
                <a:latin typeface="Century Gothic"/>
              </a:rPr>
              <a:t>Convert RGBA → Grayscale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2E75B6"/>
                </a:solidFill>
                <a:latin typeface="Century Gothic"/>
              </a:rPr>
              <a:t>  Step 3: </a:t>
            </a:r>
            <a:r>
              <a:rPr sz="1200">
                <a:solidFill>
                  <a:srgbClr val="000000"/>
                </a:solidFill>
                <a:latin typeface="Century Gothic"/>
              </a:rPr>
              <a:t>Resize to 28×28 (Lanczos filtering)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2E75B6"/>
                </a:solidFill>
                <a:latin typeface="Century Gothic"/>
              </a:rPr>
              <a:t>  Step 4: </a:t>
            </a:r>
            <a:r>
              <a:rPr sz="1200">
                <a:solidFill>
                  <a:srgbClr val="000000"/>
                </a:solidFill>
                <a:latin typeface="Century Gothic"/>
              </a:rPr>
              <a:t>Normalize pixel values to [0, 1]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2E75B6"/>
                </a:solidFill>
                <a:latin typeface="Century Gothic"/>
              </a:rPr>
              <a:t>  Step 5: </a:t>
            </a:r>
            <a:r>
              <a:rPr sz="1200">
                <a:solidFill>
                  <a:srgbClr val="000000"/>
                </a:solidFill>
                <a:latin typeface="Century Gothic"/>
              </a:rPr>
              <a:t>Reshape to (1, 28, 28, 1)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2E75B6"/>
                </a:solidFill>
                <a:latin typeface="Century Gothic"/>
              </a:rPr>
              <a:t>  Step 6: </a:t>
            </a:r>
            <a:r>
              <a:rPr sz="1200">
                <a:solidFill>
                  <a:srgbClr val="000000"/>
                </a:solidFill>
                <a:latin typeface="Century Gothic"/>
              </a:rPr>
              <a:t>CNN prediction + confidence display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000" y="3200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5C"/>
                </a:solidFill>
                <a:latin typeface="Century Gothic"/>
              </a:rPr>
              <a:t>Real-World Applications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00000" y="3500000"/>
          <a:ext cx="7100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6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3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Domain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Application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Scale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3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Postal Services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ZIP code reading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Billions/year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3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Banking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Cheque recognition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Millions/day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3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Healthcare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Prescription reading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Hospital-wide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33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Education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Automated grading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Institutional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35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Mobile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Handwriting input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Billions of devices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00000" y="100000"/>
            <a:ext cx="3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5C"/>
                </a:solidFill>
                <a:latin typeface="Times New Roman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400000" y="700000"/>
            <a:ext cx="23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0000" y="85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8C4A"/>
                </a:solidFill>
                <a:latin typeface="Century Gothic"/>
              </a:rPr>
              <a:t>✓ 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1200000"/>
            <a:ext cx="42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High accuracy (98.91%) with simple 9-layer architecture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Effective overfitting prevention (train-</a:t>
            </a:r>
            <a:r>
              <a:rPr sz="1300" dirty="0" err="1">
                <a:solidFill>
                  <a:srgbClr val="000000"/>
                </a:solidFill>
                <a:latin typeface="Century Gothic"/>
              </a:rPr>
              <a:t>val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 gap &lt; 0.5%)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Fast training (~3 min CPU) and inference (&lt; 5ms)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Complete end-to-end pipeline with web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000" y="850000"/>
            <a:ext cx="41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entury Gothic"/>
              </a:rPr>
              <a:t>✗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000" y="1200000"/>
            <a:ext cx="41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Limited to MNIST data — may struggle with real-world photos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Single-digit recognition only (no multi-digit support)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Canvas input differs from MNIST format (stroke, quality)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000" y="3000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5C"/>
                </a:solidFill>
                <a:latin typeface="Century Gothic"/>
              </a:rPr>
              <a:t>Proposed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00" y="3300000"/>
            <a:ext cx="85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Data Augmentation: Random rotation (±10°), shifting (±10%), zoom (±10%) for more variation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Deeper Architecture: Add 64 &amp; 128 filter layers to push accuracy above 99.5%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Learning Rate Scheduling: </a:t>
            </a:r>
            <a:r>
              <a:rPr sz="1200" dirty="0" err="1">
                <a:solidFill>
                  <a:srgbClr val="000000"/>
                </a:solidFill>
                <a:latin typeface="Century Gothic"/>
              </a:rPr>
              <a:t>ReduceLROnPlateau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 for finer convergence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Model Ensemble: Average predictions of 3–5 models to reduce errors by 0.1–0.3%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Modern Architectures: </a:t>
            </a:r>
            <a:r>
              <a:rPr sz="1200" dirty="0" err="1">
                <a:solidFill>
                  <a:srgbClr val="000000"/>
                </a:solidFill>
                <a:latin typeface="Century Gothic"/>
              </a:rPr>
              <a:t>ResNet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 (residual connections) or Capsule Networks for better spatial reasoning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00000" y="100000"/>
            <a:ext cx="3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5C"/>
                </a:solidFill>
                <a:latin typeface="Times New Roman"/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500000" y="700000"/>
            <a:ext cx="41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0000" y="85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1A1A"/>
                </a:solidFill>
                <a:latin typeface="Century Gothic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1200000"/>
            <a:ext cx="42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CNN-based approach for handwritten digit recognition on MNIST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Two conv layers + max-pooling + batch norm + dropout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Achieved 98.91% test accuracy — high accuracy with simple design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Clearly documented, reproducible implementation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Working </a:t>
            </a:r>
            <a:r>
              <a:rPr sz="1300" dirty="0" err="1">
                <a:solidFill>
                  <a:srgbClr val="000000"/>
                </a:solidFill>
                <a:latin typeface="Century Gothic"/>
              </a:rPr>
              <a:t>Streamlit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 web application for real-time recognition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000" y="850000"/>
            <a:ext cx="41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800" b="1" i="0" dirty="0">
              <a:solidFill>
                <a:srgbClr val="8B1A1A"/>
              </a:solidFill>
              <a:latin typeface="Century Gothic"/>
            </a:endParaRPr>
          </a:p>
          <a:p>
            <a:pPr algn="l"/>
            <a:r>
              <a:rPr sz="1800" b="1" i="0" dirty="0">
                <a:solidFill>
                  <a:srgbClr val="8B1A1A"/>
                </a:solidFill>
                <a:latin typeface="Century Gothic"/>
              </a:rPr>
              <a:t>Key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000" y="1200000"/>
            <a:ext cx="41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Detailed CNN implementation with layer-by-layer analysis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Thorough training behavior &amp; regularization analysis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End-to-end deployment as interactive web application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Honest discussion of limitations + improvement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000" y="2800000"/>
            <a:ext cx="41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600" b="1" i="0" dirty="0">
              <a:solidFill>
                <a:srgbClr val="1B3A5C"/>
              </a:solidFill>
              <a:latin typeface="Century Gothic"/>
            </a:endParaRPr>
          </a:p>
          <a:p>
            <a:pPr algn="l"/>
            <a:r>
              <a:rPr sz="1600" b="1" i="0" dirty="0">
                <a:solidFill>
                  <a:srgbClr val="1B3A5C"/>
                </a:solidFill>
                <a:latin typeface="Century Gothic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000" y="3100000"/>
            <a:ext cx="4100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lang="en-US" sz="1200" b="1" dirty="0">
              <a:solidFill>
                <a:srgbClr val="C0392B"/>
              </a:solidFill>
              <a:latin typeface="Century Gothic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Multi-digit number recognition (e.g., "142")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Train on harder datasets: EMNIST, SVHN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Model compression for mobile deployment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Knowledge distillation for smaller, faster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000" y="4600000"/>
            <a:ext cx="8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1B3A5C"/>
                </a:solidFill>
                <a:latin typeface="Century Gothic"/>
              </a:rPr>
              <a:t>"A well-designed, simple CNN can deliver high classification accuracy without complex or specialized techniques."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0000" y="100000"/>
            <a:ext cx="3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5C"/>
                </a:solidFill>
                <a:latin typeface="Times New Roman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00000" y="700000"/>
            <a:ext cx="25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0000" y="850000"/>
            <a:ext cx="44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[1] R. Plamondon &amp; S.N. Srihari, "Online and off-line handwriting recognition," IEEE TPAMI, 2000.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[2] Y. LeCun, Y. Bengio &amp; G. Hinton, "Deep learning," Nature, 2015.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[3] I. Goodfellow et al., Deep Learning, MIT Press, 2016.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[8] V. Vapnik, The Nature of Statistical Learning Theory, Springer, 1995.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[11] Y. LeCun et al., "Gradient-based learning applied to document recognition," Proc. IEEE, 1998.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[13] D.C. Cireşan et al., "Deep, big, simple neural nets for HDR," Neural Computation, 2010.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[15] S. Ioffe &amp; C. Szegedy, "Batch normalization," Proc. ICML, 2015.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00" y="850000"/>
            <a:ext cx="4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[17] S. Sabour et al., "Dynamic routing between capsules," NeurIPS, 2017.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[19] K. Simonyan &amp; A. Zisserman, "Very deep CNNs," Proc. ICLR, 2015.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[20] V. Nair &amp; G.E. Hinton, "Rectified linear units," Proc. ICML, 2010.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[22] N. Srivastava et al., "Dropout," JMLR, 2014.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[23] D.P. Kingma &amp; J. Ba, "Adam optimizer," Proc. ICLR, 2015.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[24] A. Krizhevsky et al., "ImageNet classification with deep CNNs," NeurIPS, 2012.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000000"/>
            <a:ext cx="9144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B3A5C"/>
                </a:solidFill>
                <a:latin typeface="Times New Roman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00000"/>
            <a:ext cx="9144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A53010"/>
                </a:solidFill>
                <a:latin typeface="Century Gothic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2600000"/>
            <a:ext cx="61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  <a:p>
            <a:pPr algn="ctr">
              <a:spcBef>
                <a:spcPts val="200"/>
              </a:spcBef>
            </a:pPr>
            <a:r>
              <a:rPr sz="1600" b="1">
                <a:solidFill>
                  <a:srgbClr val="000000"/>
                </a:solidFill>
                <a:latin typeface="Century Gothic"/>
              </a:rPr>
              <a:t>Abhay Singh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000000"/>
                </a:solidFill>
                <a:latin typeface="Century Gothic"/>
              </a:rPr>
              <a:t>Department of Computer Science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000000"/>
                </a:solidFill>
                <a:latin typeface="Century Gothic"/>
              </a:rPr>
              <a:t>COER University, Roorkee, India</a:t>
            </a:r>
          </a:p>
          <a:p>
            <a:pPr algn="ctr">
              <a:spcBef>
                <a:spcPts val="200"/>
              </a:spcBef>
            </a:pPr>
            <a:endParaRPr sz="1300" b="0">
              <a:solidFill>
                <a:srgbClr val="000000"/>
              </a:solidFill>
              <a:latin typeface="Century Gothic"/>
            </a:endParaRP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2E75B6"/>
                </a:solidFill>
                <a:latin typeface="Century Gothic"/>
              </a:rPr>
              <a:t>abhaychauhan5051a@gmail.com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400000"/>
            <a:ext cx="91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A53010"/>
                </a:solidFill>
                <a:latin typeface="Century Gothic"/>
              </a:rPr>
              <a:t>ICSSCS 2026 — International Conference on Smart and Sustainable Computing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 Family Recipe Book">
  <a:themeElements>
    <a:clrScheme name="Simple Light">
      <a:dk1>
        <a:srgbClr val="303030"/>
      </a:dk1>
      <a:lt1>
        <a:srgbClr val="FFFBF3"/>
      </a:lt1>
      <a:dk2>
        <a:srgbClr val="F3EEE6"/>
      </a:dk2>
      <a:lt2>
        <a:srgbClr val="CA3619"/>
      </a:lt2>
      <a:accent1>
        <a:srgbClr val="F2AB00"/>
      </a:accent1>
      <a:accent2>
        <a:srgbClr val="009E5E"/>
      </a:accent2>
      <a:accent3>
        <a:srgbClr val="0D4659"/>
      </a:accent3>
      <a:accent4>
        <a:srgbClr val="356BB1"/>
      </a:accent4>
      <a:accent5>
        <a:srgbClr val="3B1CB5"/>
      </a:accent5>
      <a:accent6>
        <a:srgbClr val="C2BDF3"/>
      </a:accent6>
      <a:hlink>
        <a:srgbClr val="717C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2106</Words>
  <Application>Microsoft Office PowerPoint</Application>
  <PresentationFormat>On-screen Show (16:9)</PresentationFormat>
  <Paragraphs>398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Century Gothic</vt:lpstr>
      <vt:lpstr>Times New Roman</vt:lpstr>
      <vt:lpstr>Noto Sans Symbols</vt:lpstr>
      <vt:lpstr>Roboto</vt:lpstr>
      <vt:lpstr>IBM Plex Mono</vt:lpstr>
      <vt:lpstr>Caveat</vt:lpstr>
      <vt:lpstr>IBM Plex Mono Light</vt:lpstr>
      <vt:lpstr>Arial</vt:lpstr>
      <vt:lpstr>IBM Plex Mono ExtraLight</vt:lpstr>
      <vt:lpstr>Consolas</vt:lpstr>
      <vt:lpstr>Personal Family Recipe Book</vt:lpstr>
      <vt:lpstr>PowerPoint Presentation</vt:lpstr>
      <vt:lpstr>TABLE OF CONTENTS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ABHAY CHAUHAN</cp:lastModifiedBy>
  <cp:revision>2</cp:revision>
  <dcterms:modified xsi:type="dcterms:W3CDTF">2026-04-23T09:18:43Z</dcterms:modified>
</cp:coreProperties>
</file>