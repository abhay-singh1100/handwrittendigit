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5" r:id="rId12"/>
    <p:sldId id="266" r:id="rId13"/>
  </p:sldIdLst>
  <p:sldSz cx="9144000" cy="5143500" type="screen16x9"/>
  <p:notesSz cx="6858000" cy="9144000"/>
  <p:embeddedFontLst>
    <p:embeddedFont>
      <p:font typeface="Caveat" panose="020B0604020202020204" charset="0"/>
      <p:regular r:id="rId15"/>
      <p:bold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BM Plex Mono" panose="020B0509050203000203" pitchFamily="49" charset="0"/>
      <p:regular r:id="rId25"/>
      <p:bold r:id="rId26"/>
      <p:italic r:id="rId27"/>
      <p:boldItalic r:id="rId28"/>
    </p:embeddedFont>
    <p:embeddedFont>
      <p:font typeface="IBM Plex Mono ExtraLight" panose="020B0309050203000203" pitchFamily="49" charset="0"/>
      <p:regular r:id="rId29"/>
      <p:bold r:id="rId30"/>
      <p:italic r:id="rId31"/>
      <p:boldItalic r:id="rId32"/>
    </p:embeddedFont>
    <p:embeddedFont>
      <p:font typeface="IBM Plex Mono Light" panose="020B0409050203000203" pitchFamily="49" charset="0"/>
      <p:regular r:id="rId33"/>
      <p:bold r:id="rId34"/>
      <p:italic r:id="rId35"/>
      <p:boldItalic r:id="rId36"/>
    </p:embeddedFont>
    <p:embeddedFont>
      <p:font typeface="Roboto" panose="02000000000000000000" pitchFamily="2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53" y="389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font" Target="fonts/font25.fntdata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font" Target="fonts/font23.fntdata"/><Relationship Id="rId40" Type="http://schemas.openxmlformats.org/officeDocument/2006/relationships/font" Target="fonts/font26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font" Target="fonts/font2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9968670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g3e05e1d720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2" name="Google Shape;702;g3e05e1d720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930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g3e05e1d7200_0_12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0" name="Google Shape;710;g3e05e1d7200_0_12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150225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g3e05e1d7200_0_1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7" name="Google Shape;717;g3e05e1d7200_0_1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8409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CUSTOM_12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HEADER_1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250503" y="8015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ubTitle" idx="1"/>
          </p:nvPr>
        </p:nvSpPr>
        <p:spPr>
          <a:xfrm>
            <a:off x="1377400" y="2116150"/>
            <a:ext cx="6389400" cy="1551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CUSTOM_13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name="adj" fmla="val 262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" name="Google Shape;15;p4"/>
          <p:cNvSpPr txBox="1">
            <a:spLocks noGrp="1"/>
          </p:cNvSpPr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2"/>
          </p:nvPr>
        </p:nvSpPr>
        <p:spPr>
          <a:xfrm>
            <a:off x="49550" y="4794775"/>
            <a:ext cx="2032800" cy="2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4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5"/>
          <p:cNvCxnSpPr/>
          <p:nvPr/>
        </p:nvCxnSpPr>
        <p:spPr>
          <a:xfrm rot="10800000">
            <a:off x="-3050" y="190232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Google Shape;21;p5"/>
          <p:cNvSpPr/>
          <p:nvPr/>
        </p:nvSpPr>
        <p:spPr>
          <a:xfrm flipH="1">
            <a:off x="801715" y="1482825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2" name="Google Shape;22;p5"/>
          <p:cNvCxnSpPr/>
          <p:nvPr/>
        </p:nvCxnSpPr>
        <p:spPr>
          <a:xfrm rot="10800000">
            <a:off x="-2925" y="253337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5"/>
          <p:cNvSpPr/>
          <p:nvPr/>
        </p:nvSpPr>
        <p:spPr>
          <a:xfrm flipH="1">
            <a:off x="801877" y="2113874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4" name="Google Shape;24;p5"/>
          <p:cNvCxnSpPr/>
          <p:nvPr/>
        </p:nvCxnSpPr>
        <p:spPr>
          <a:xfrm rot="10800000">
            <a:off x="-2925" y="3164654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" name="Google Shape;25;p5"/>
          <p:cNvSpPr/>
          <p:nvPr/>
        </p:nvSpPr>
        <p:spPr>
          <a:xfrm flipH="1">
            <a:off x="801877" y="2745153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" name="Google Shape;26;p5"/>
          <p:cNvCxnSpPr/>
          <p:nvPr/>
        </p:nvCxnSpPr>
        <p:spPr>
          <a:xfrm rot="10800000">
            <a:off x="-2925" y="380300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5"/>
          <p:cNvSpPr/>
          <p:nvPr/>
        </p:nvSpPr>
        <p:spPr>
          <a:xfrm flipH="1">
            <a:off x="801877" y="3383498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8" name="Google Shape;28;p5"/>
          <p:cNvCxnSpPr/>
          <p:nvPr/>
        </p:nvCxnSpPr>
        <p:spPr>
          <a:xfrm rot="10800000">
            <a:off x="-3050" y="4437527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5"/>
          <p:cNvSpPr/>
          <p:nvPr/>
        </p:nvSpPr>
        <p:spPr>
          <a:xfrm flipH="1">
            <a:off x="801715" y="4018025"/>
            <a:ext cx="30096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" name="Google Shape;30;p5"/>
          <p:cNvSpPr txBox="1">
            <a:spLocks noGrp="1"/>
          </p:cNvSpPr>
          <p:nvPr>
            <p:ph type="subTitle" idx="1"/>
          </p:nvPr>
        </p:nvSpPr>
        <p:spPr>
          <a:xfrm>
            <a:off x="314425" y="180775"/>
            <a:ext cx="21075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ubTitle" idx="2"/>
          </p:nvPr>
        </p:nvSpPr>
        <p:spPr>
          <a:xfrm>
            <a:off x="802850" y="148385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3"/>
          </p:nvPr>
        </p:nvSpPr>
        <p:spPr>
          <a:xfrm>
            <a:off x="4057850" y="1887650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4"/>
          </p:nvPr>
        </p:nvSpPr>
        <p:spPr>
          <a:xfrm>
            <a:off x="4057850" y="2522313"/>
            <a:ext cx="4756200" cy="23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5"/>
          </p:nvPr>
        </p:nvSpPr>
        <p:spPr>
          <a:xfrm>
            <a:off x="4057850" y="31556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6"/>
          </p:nvPr>
        </p:nvSpPr>
        <p:spPr>
          <a:xfrm>
            <a:off x="4057850" y="37883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7"/>
          </p:nvPr>
        </p:nvSpPr>
        <p:spPr>
          <a:xfrm>
            <a:off x="4057850" y="4421088"/>
            <a:ext cx="4756200" cy="23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8"/>
          </p:nvPr>
        </p:nvSpPr>
        <p:spPr>
          <a:xfrm>
            <a:off x="801725" y="211400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9"/>
          </p:nvPr>
        </p:nvSpPr>
        <p:spPr>
          <a:xfrm>
            <a:off x="801725" y="2748175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ubTitle" idx="13"/>
          </p:nvPr>
        </p:nvSpPr>
        <p:spPr>
          <a:xfrm>
            <a:off x="802850" y="3383150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4"/>
          </p:nvPr>
        </p:nvSpPr>
        <p:spPr>
          <a:xfrm>
            <a:off x="802850" y="4018825"/>
            <a:ext cx="30096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1976370" y="180775"/>
            <a:ext cx="86859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g References">
  <p:cSld name="CUSTOM_15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" name="Google Shape;44;p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" name="Google Shape;45;p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" name="Google Shape;46;p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" name="Google Shape;48;p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" name="Google Shape;49;p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" name="Google Shape;50;p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6"/>
          <p:cNvSpPr>
            <a:spLocks noGrp="1"/>
          </p:cNvSpPr>
          <p:nvPr>
            <p:ph type="pic" idx="2"/>
          </p:nvPr>
        </p:nvSpPr>
        <p:spPr>
          <a:xfrm>
            <a:off x="6423338" y="4929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6"/>
          <p:cNvSpPr>
            <a:spLocks noGrp="1"/>
          </p:cNvSpPr>
          <p:nvPr>
            <p:ph type="pic" idx="3"/>
          </p:nvPr>
        </p:nvSpPr>
        <p:spPr>
          <a:xfrm>
            <a:off x="6423338" y="1366600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6"/>
          <p:cNvSpPr>
            <a:spLocks noGrp="1"/>
          </p:cNvSpPr>
          <p:nvPr>
            <p:ph type="pic" idx="4"/>
          </p:nvPr>
        </p:nvSpPr>
        <p:spPr>
          <a:xfrm>
            <a:off x="6423338" y="2240275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6"/>
          <p:cNvSpPr txBox="1">
            <a:spLocks noGrp="1"/>
          </p:cNvSpPr>
          <p:nvPr>
            <p:ph type="subTitle" idx="1"/>
          </p:nvPr>
        </p:nvSpPr>
        <p:spPr>
          <a:xfrm>
            <a:off x="6845750" y="1211800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6"/>
          <p:cNvSpPr txBox="1">
            <a:spLocks noGrp="1"/>
          </p:cNvSpPr>
          <p:nvPr>
            <p:ph type="subTitle" idx="5"/>
          </p:nvPr>
        </p:nvSpPr>
        <p:spPr>
          <a:xfrm>
            <a:off x="6845750" y="208547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6"/>
          <p:cNvSpPr txBox="1">
            <a:spLocks noGrp="1"/>
          </p:cNvSpPr>
          <p:nvPr>
            <p:ph type="subTitle" idx="6"/>
          </p:nvPr>
        </p:nvSpPr>
        <p:spPr>
          <a:xfrm>
            <a:off x="6845750" y="2959150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6"/>
          <p:cNvSpPr txBox="1">
            <a:spLocks noGrp="1"/>
          </p:cNvSpPr>
          <p:nvPr>
            <p:ph type="subTitle" idx="7"/>
          </p:nvPr>
        </p:nvSpPr>
        <p:spPr>
          <a:xfrm>
            <a:off x="6845750" y="383282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6" name="Google Shape;66;p6"/>
          <p:cNvSpPr>
            <a:spLocks noGrp="1"/>
          </p:cNvSpPr>
          <p:nvPr>
            <p:ph type="pic" idx="8"/>
          </p:nvPr>
        </p:nvSpPr>
        <p:spPr>
          <a:xfrm>
            <a:off x="6423338" y="3113938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6"/>
          <p:cNvSpPr txBox="1">
            <a:spLocks noGrp="1"/>
          </p:cNvSpPr>
          <p:nvPr>
            <p:ph type="subTitle" idx="9"/>
          </p:nvPr>
        </p:nvSpPr>
        <p:spPr>
          <a:xfrm>
            <a:off x="6845750" y="338125"/>
            <a:ext cx="2464200" cy="73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8" name="Google Shape;68;p6"/>
          <p:cNvSpPr>
            <a:spLocks noGrp="1"/>
          </p:cNvSpPr>
          <p:nvPr>
            <p:ph type="pic" idx="13"/>
          </p:nvPr>
        </p:nvSpPr>
        <p:spPr>
          <a:xfrm>
            <a:off x="6423338" y="3987613"/>
            <a:ext cx="422400" cy="422400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208839" y="3853175"/>
            <a:ext cx="30156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6"/>
          <p:cNvSpPr txBox="1">
            <a:spLocks noGrp="1"/>
          </p:cNvSpPr>
          <p:nvPr>
            <p:ph type="sldNum" idx="14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1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ipe">
  <p:cSld name="CUSTOM_16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>
            <a:spLocks noGrp="1"/>
          </p:cNvSpPr>
          <p:nvPr>
            <p:ph type="pic" idx="2"/>
          </p:nvPr>
        </p:nvSpPr>
        <p:spPr>
          <a:xfrm>
            <a:off x="25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7"/>
          <p:cNvSpPr>
            <a:spLocks noGrp="1"/>
          </p:cNvSpPr>
          <p:nvPr>
            <p:ph type="pic" idx="3"/>
          </p:nvPr>
        </p:nvSpPr>
        <p:spPr>
          <a:xfrm>
            <a:off x="4802975" y="4532150"/>
            <a:ext cx="398700" cy="265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75" name="Google Shape;75;p7"/>
          <p:cNvSpPr txBox="1">
            <a:spLocks noGrp="1"/>
          </p:cNvSpPr>
          <p:nvPr>
            <p:ph type="title"/>
          </p:nvPr>
        </p:nvSpPr>
        <p:spPr>
          <a:xfrm>
            <a:off x="1338275" y="351050"/>
            <a:ext cx="36957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7"/>
          <p:cNvSpPr txBox="1">
            <a:spLocks noGrp="1"/>
          </p:cNvSpPr>
          <p:nvPr>
            <p:ph type="subTitle" idx="1"/>
          </p:nvPr>
        </p:nvSpPr>
        <p:spPr>
          <a:xfrm>
            <a:off x="327600" y="2692400"/>
            <a:ext cx="52587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7"/>
          <p:cNvSpPr txBox="1">
            <a:spLocks noGrp="1"/>
          </p:cNvSpPr>
          <p:nvPr>
            <p:ph type="body" idx="4"/>
          </p:nvPr>
        </p:nvSpPr>
        <p:spPr>
          <a:xfrm>
            <a:off x="403800" y="3110900"/>
            <a:ext cx="5109300" cy="6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cipe Overview">
  <p:cSld name="CUSTOM_17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8"/>
          <p:cNvSpPr>
            <a:spLocks noGrp="1"/>
          </p:cNvSpPr>
          <p:nvPr>
            <p:ph type="pic" idx="2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0" name="Google Shape;80;p8"/>
          <p:cNvSpPr txBox="1">
            <a:spLocks noGrp="1"/>
          </p:cNvSpPr>
          <p:nvPr>
            <p:ph type="body" idx="1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81" name="Google Shape;81;p8"/>
          <p:cNvSpPr txBox="1">
            <a:spLocks noGrp="1"/>
          </p:cNvSpPr>
          <p:nvPr>
            <p:ph type="subTitle" idx="3"/>
          </p:nvPr>
        </p:nvSpPr>
        <p:spPr>
          <a:xfrm>
            <a:off x="313425" y="3137100"/>
            <a:ext cx="5073300" cy="864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  <a:defRPr sz="4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8"/>
          <p:cNvSpPr txBox="1">
            <a:spLocks noGrp="1"/>
          </p:cNvSpPr>
          <p:nvPr>
            <p:ph type="title"/>
          </p:nvPr>
        </p:nvSpPr>
        <p:spPr>
          <a:xfrm>
            <a:off x="313425" y="3982300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gredients Equipment Timing">
  <p:cSld name="CUSTOM_18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/>
        </p:nvSpPr>
        <p:spPr>
          <a:xfrm>
            <a:off x="4938475" y="347150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5" name="Google Shape;85;p9"/>
          <p:cNvSpPr txBox="1"/>
          <p:nvPr/>
        </p:nvSpPr>
        <p:spPr>
          <a:xfrm>
            <a:off x="4938475" y="380379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6" name="Google Shape;86;p9"/>
          <p:cNvSpPr txBox="1"/>
          <p:nvPr/>
        </p:nvSpPr>
        <p:spPr>
          <a:xfrm>
            <a:off x="4938475" y="4119298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7" name="Google Shape;87;p9"/>
          <p:cNvSpPr txBox="1"/>
          <p:nvPr/>
        </p:nvSpPr>
        <p:spPr>
          <a:xfrm>
            <a:off x="4938475" y="4451586"/>
            <a:ext cx="1683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7121346" y="4119301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sp>
        <p:nvSpPr>
          <p:cNvPr id="89" name="Google Shape;89;p9"/>
          <p:cNvSpPr txBox="1"/>
          <p:nvPr/>
        </p:nvSpPr>
        <p:spPr>
          <a:xfrm>
            <a:off x="7121346" y="4451589"/>
            <a:ext cx="1710000" cy="1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303030"/>
              </a:solidFill>
              <a:latin typeface="IBM Plex Mono"/>
              <a:ea typeface="IBM Plex Mono"/>
              <a:cs typeface="IBM Plex Mono"/>
              <a:sym typeface="IBM Plex Mono"/>
            </a:endParaRPr>
          </a:p>
        </p:txBody>
      </p:sp>
      <p:cxnSp>
        <p:nvCxnSpPr>
          <p:cNvPr id="90" name="Google Shape;90;p9"/>
          <p:cNvCxnSpPr/>
          <p:nvPr/>
        </p:nvCxnSpPr>
        <p:spPr>
          <a:xfrm rot="10800000">
            <a:off x="4699500" y="565800"/>
            <a:ext cx="0" cy="4109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1" name="Google Shape;91;p9"/>
          <p:cNvCxnSpPr/>
          <p:nvPr/>
        </p:nvCxnSpPr>
        <p:spPr>
          <a:xfrm rot="10800000">
            <a:off x="6872275" y="565800"/>
            <a:ext cx="0" cy="41091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92" name="Google Shape;92;p9"/>
          <p:cNvCxnSpPr/>
          <p:nvPr/>
        </p:nvCxnSpPr>
        <p:spPr>
          <a:xfrm>
            <a:off x="2488425" y="1300175"/>
            <a:ext cx="63471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9"/>
          <p:cNvSpPr txBox="1">
            <a:spLocks noGrp="1"/>
          </p:cNvSpPr>
          <p:nvPr>
            <p:ph type="body" idx="1"/>
          </p:nvPr>
        </p:nvSpPr>
        <p:spPr>
          <a:xfrm>
            <a:off x="251400" y="30038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2"/>
          </p:nvPr>
        </p:nvSpPr>
        <p:spPr>
          <a:xfrm>
            <a:off x="2776938" y="1403275"/>
            <a:ext cx="1798800" cy="32982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3"/>
          </p:nvPr>
        </p:nvSpPr>
        <p:spPr>
          <a:xfrm>
            <a:off x="4955375" y="1403275"/>
            <a:ext cx="1710000" cy="3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body" idx="4"/>
          </p:nvPr>
        </p:nvSpPr>
        <p:spPr>
          <a:xfrm>
            <a:off x="7147560" y="1403275"/>
            <a:ext cx="1641600" cy="329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subTitle" idx="5"/>
          </p:nvPr>
        </p:nvSpPr>
        <p:spPr>
          <a:xfrm>
            <a:off x="2655800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ubTitle" idx="6"/>
          </p:nvPr>
        </p:nvSpPr>
        <p:spPr>
          <a:xfrm>
            <a:off x="4823475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9"/>
          <p:cNvSpPr txBox="1">
            <a:spLocks noGrp="1"/>
          </p:cNvSpPr>
          <p:nvPr>
            <p:ph type="subTitle" idx="7"/>
          </p:nvPr>
        </p:nvSpPr>
        <p:spPr>
          <a:xfrm>
            <a:off x="6991150" y="70210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None/>
              <a:defRPr sz="18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9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1" name="Google Shape;101;p9"/>
          <p:cNvSpPr txBox="1">
            <a:spLocks noGrp="1"/>
          </p:cNvSpPr>
          <p:nvPr>
            <p:ph type="body" idx="8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1">
  <p:cSld name="CUSTOM_19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269588" y="1808975"/>
            <a:ext cx="1967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ubTitle" idx="2"/>
          </p:nvPr>
        </p:nvSpPr>
        <p:spPr>
          <a:xfrm>
            <a:off x="181700" y="12239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0"/>
          <p:cNvSpPr txBox="1">
            <a:spLocks noGrp="1"/>
          </p:cNvSpPr>
          <p:nvPr>
            <p:ph type="body" idx="3"/>
          </p:nvPr>
        </p:nvSpPr>
        <p:spPr>
          <a:xfrm>
            <a:off x="4641263" y="180897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subTitle" idx="4"/>
          </p:nvPr>
        </p:nvSpPr>
        <p:spPr>
          <a:xfrm>
            <a:off x="4553375" y="12239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body" idx="5"/>
          </p:nvPr>
        </p:nvSpPr>
        <p:spPr>
          <a:xfrm>
            <a:off x="245552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ubTitle" idx="6"/>
          </p:nvPr>
        </p:nvSpPr>
        <p:spPr>
          <a:xfrm>
            <a:off x="2367638" y="2581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0"/>
          <p:cNvSpPr txBox="1">
            <a:spLocks noGrp="1"/>
          </p:cNvSpPr>
          <p:nvPr>
            <p:ph type="body" idx="7"/>
          </p:nvPr>
        </p:nvSpPr>
        <p:spPr>
          <a:xfrm>
            <a:off x="6797775" y="843125"/>
            <a:ext cx="1967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●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○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IBM Plex Mono"/>
              <a:buChar char="■"/>
              <a:defRPr sz="11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0" name="Google Shape;110;p10"/>
          <p:cNvSpPr txBox="1">
            <a:spLocks noGrp="1"/>
          </p:cNvSpPr>
          <p:nvPr>
            <p:ph type="subTitle" idx="8"/>
          </p:nvPr>
        </p:nvSpPr>
        <p:spPr>
          <a:xfrm>
            <a:off x="6709888" y="2581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10"/>
          <p:cNvSpPr txBox="1">
            <a:spLocks noGrp="1"/>
          </p:cNvSpPr>
          <p:nvPr>
            <p:ph type="title"/>
          </p:nvPr>
        </p:nvSpPr>
        <p:spPr>
          <a:xfrm>
            <a:off x="6654375" y="4040175"/>
            <a:ext cx="22539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1pPr>
            <a:lvl2pPr lv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2pPr>
            <a:lvl3pPr lvl="2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3pPr>
            <a:lvl4pPr lvl="3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4pPr>
            <a:lvl5pPr lvl="4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5pPr>
            <a:lvl6pPr lvl="5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6pPr>
            <a:lvl7pPr lvl="6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7pPr>
            <a:lvl8pPr lvl="7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8pPr>
            <a:lvl9pPr lvl="8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0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10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3" name="Google Shape;113;p10"/>
          <p:cNvSpPr txBox="1">
            <a:spLocks noGrp="1"/>
          </p:cNvSpPr>
          <p:nvPr>
            <p:ph type="body" idx="9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2">
  <p:cSld name="CUSTOM_19_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 txBox="1">
            <a:spLocks noGrp="1"/>
          </p:cNvSpPr>
          <p:nvPr>
            <p:ph type="subTitle" idx="1"/>
          </p:nvPr>
        </p:nvSpPr>
        <p:spPr>
          <a:xfrm rot="-5400000">
            <a:off x="-769750" y="1196075"/>
            <a:ext cx="3913200" cy="190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9600"/>
              <a:buFont typeface="IBM Plex Mono ExtraLight"/>
              <a:buNone/>
              <a:defRPr sz="9600">
                <a:solidFill>
                  <a:schemeClr val="accent2"/>
                </a:solidFill>
                <a:latin typeface="IBM Plex Mono ExtraLight"/>
                <a:ea typeface="IBM Plex Mono ExtraLight"/>
                <a:cs typeface="IBM Plex Mono ExtraLight"/>
                <a:sym typeface="IBM Plex Mono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9600"/>
              <a:buFont typeface="IBM Plex Mono Light"/>
              <a:buNone/>
              <a:defRPr sz="9600">
                <a:solidFill>
                  <a:schemeClr val="accent4"/>
                </a:solidFill>
                <a:latin typeface="IBM Plex Mono Light"/>
                <a:ea typeface="IBM Plex Mono Light"/>
                <a:cs typeface="IBM Plex Mono Light"/>
                <a:sym typeface="IBM Plex Mono Light"/>
              </a:defRPr>
            </a:lvl9pPr>
          </a:lstStyle>
          <a:p>
            <a:endParaRPr/>
          </a:p>
        </p:txBody>
      </p:sp>
      <p:cxnSp>
        <p:nvCxnSpPr>
          <p:cNvPr id="116" name="Google Shape;116;p11"/>
          <p:cNvCxnSpPr/>
          <p:nvPr/>
        </p:nvCxnSpPr>
        <p:spPr>
          <a:xfrm>
            <a:off x="2123311" y="177511"/>
            <a:ext cx="0" cy="479430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7" name="Google Shape;117;p11"/>
          <p:cNvSpPr txBox="1">
            <a:spLocks noGrp="1"/>
          </p:cNvSpPr>
          <p:nvPr>
            <p:ph type="body" idx="2"/>
          </p:nvPr>
        </p:nvSpPr>
        <p:spPr>
          <a:xfrm>
            <a:off x="2611399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18" name="Google Shape;118;p11"/>
          <p:cNvSpPr txBox="1">
            <a:spLocks noGrp="1"/>
          </p:cNvSpPr>
          <p:nvPr>
            <p:ph type="subTitle" idx="3"/>
          </p:nvPr>
        </p:nvSpPr>
        <p:spPr>
          <a:xfrm>
            <a:off x="2523500" y="1256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19" name="Google Shape;119;p11"/>
          <p:cNvSpPr txBox="1">
            <a:spLocks noGrp="1"/>
          </p:cNvSpPr>
          <p:nvPr>
            <p:ph type="body" idx="4"/>
          </p:nvPr>
        </p:nvSpPr>
        <p:spPr>
          <a:xfrm>
            <a:off x="2611399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ubTitle" idx="5"/>
          </p:nvPr>
        </p:nvSpPr>
        <p:spPr>
          <a:xfrm>
            <a:off x="2523500" y="171125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1" name="Google Shape;121;p11"/>
          <p:cNvSpPr txBox="1">
            <a:spLocks noGrp="1"/>
          </p:cNvSpPr>
          <p:nvPr>
            <p:ph type="body" idx="6"/>
          </p:nvPr>
        </p:nvSpPr>
        <p:spPr>
          <a:xfrm>
            <a:off x="2611399" y="3927500"/>
            <a:ext cx="1493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22" name="Google Shape;122;p11"/>
          <p:cNvSpPr txBox="1">
            <a:spLocks noGrp="1"/>
          </p:cNvSpPr>
          <p:nvPr>
            <p:ph type="subTitle" idx="7"/>
          </p:nvPr>
        </p:nvSpPr>
        <p:spPr>
          <a:xfrm>
            <a:off x="2523500" y="33425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3" name="Google Shape;123;p11"/>
          <p:cNvSpPr>
            <a:spLocks noGrp="1"/>
          </p:cNvSpPr>
          <p:nvPr>
            <p:ph type="pic" idx="8"/>
          </p:nvPr>
        </p:nvSpPr>
        <p:spPr>
          <a:xfrm>
            <a:off x="4182350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4" name="Google Shape;124;p11"/>
          <p:cNvSpPr>
            <a:spLocks noGrp="1"/>
          </p:cNvSpPr>
          <p:nvPr>
            <p:ph type="pic" idx="9"/>
          </p:nvPr>
        </p:nvSpPr>
        <p:spPr>
          <a:xfrm>
            <a:off x="4182350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5" name="Google Shape;125;p11"/>
          <p:cNvSpPr>
            <a:spLocks noGrp="1"/>
          </p:cNvSpPr>
          <p:nvPr>
            <p:ph type="pic" idx="13"/>
          </p:nvPr>
        </p:nvSpPr>
        <p:spPr>
          <a:xfrm>
            <a:off x="4182350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6" name="Google Shape;126;p11"/>
          <p:cNvSpPr txBox="1">
            <a:spLocks noGrp="1"/>
          </p:cNvSpPr>
          <p:nvPr>
            <p:ph type="body" idx="14"/>
          </p:nvPr>
        </p:nvSpPr>
        <p:spPr>
          <a:xfrm>
            <a:off x="5956724" y="7106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ubTitle" idx="15"/>
          </p:nvPr>
        </p:nvSpPr>
        <p:spPr>
          <a:xfrm>
            <a:off x="5868825" y="1256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28" name="Google Shape;128;p11"/>
          <p:cNvSpPr txBox="1">
            <a:spLocks noGrp="1"/>
          </p:cNvSpPr>
          <p:nvPr>
            <p:ph type="body" idx="16"/>
          </p:nvPr>
        </p:nvSpPr>
        <p:spPr>
          <a:xfrm>
            <a:off x="5956724" y="22962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29" name="Google Shape;129;p11"/>
          <p:cNvSpPr txBox="1">
            <a:spLocks noGrp="1"/>
          </p:cNvSpPr>
          <p:nvPr>
            <p:ph type="subTitle" idx="17"/>
          </p:nvPr>
        </p:nvSpPr>
        <p:spPr>
          <a:xfrm>
            <a:off x="5868825" y="171125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30" name="Google Shape;130;p11"/>
          <p:cNvSpPr txBox="1">
            <a:spLocks noGrp="1"/>
          </p:cNvSpPr>
          <p:nvPr>
            <p:ph type="body" idx="18"/>
          </p:nvPr>
        </p:nvSpPr>
        <p:spPr>
          <a:xfrm>
            <a:off x="5956724" y="39275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31" name="Google Shape;131;p11"/>
          <p:cNvSpPr txBox="1">
            <a:spLocks noGrp="1"/>
          </p:cNvSpPr>
          <p:nvPr>
            <p:ph type="subTitle" idx="19"/>
          </p:nvPr>
        </p:nvSpPr>
        <p:spPr>
          <a:xfrm>
            <a:off x="5868825" y="33425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32" name="Google Shape;132;p11"/>
          <p:cNvSpPr>
            <a:spLocks noGrp="1"/>
          </p:cNvSpPr>
          <p:nvPr>
            <p:ph type="pic" idx="20"/>
          </p:nvPr>
        </p:nvSpPr>
        <p:spPr>
          <a:xfrm>
            <a:off x="7527675" y="3595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3" name="Google Shape;133;p11"/>
          <p:cNvSpPr>
            <a:spLocks noGrp="1"/>
          </p:cNvSpPr>
          <p:nvPr>
            <p:ph type="pic" idx="21"/>
          </p:nvPr>
        </p:nvSpPr>
        <p:spPr>
          <a:xfrm>
            <a:off x="7527675" y="199035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4" name="Google Shape;134;p11"/>
          <p:cNvSpPr>
            <a:spLocks noGrp="1"/>
          </p:cNvSpPr>
          <p:nvPr>
            <p:ph type="pic" idx="22"/>
          </p:nvPr>
        </p:nvSpPr>
        <p:spPr>
          <a:xfrm>
            <a:off x="7527675" y="3595100"/>
            <a:ext cx="1162800" cy="1162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35" name="Google Shape;135;p11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6" name="Google Shape;136;p11"/>
          <p:cNvSpPr txBox="1">
            <a:spLocks noGrp="1"/>
          </p:cNvSpPr>
          <p:nvPr>
            <p:ph type="body" idx="23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3">
  <p:cSld name="CUSTOM_19_1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2"/>
          <p:cNvSpPr txBox="1">
            <a:spLocks noGrp="1"/>
          </p:cNvSpPr>
          <p:nvPr>
            <p:ph type="body" idx="1"/>
          </p:nvPr>
        </p:nvSpPr>
        <p:spPr>
          <a:xfrm>
            <a:off x="129999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39" name="Google Shape;139;p12"/>
          <p:cNvSpPr txBox="1">
            <a:spLocks noGrp="1"/>
          </p:cNvSpPr>
          <p:nvPr>
            <p:ph type="subTitle" idx="2"/>
          </p:nvPr>
        </p:nvSpPr>
        <p:spPr>
          <a:xfrm>
            <a:off x="38047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0" name="Google Shape;140;p12"/>
          <p:cNvSpPr txBox="1">
            <a:spLocks noGrp="1"/>
          </p:cNvSpPr>
          <p:nvPr>
            <p:ph type="subTitle" idx="3"/>
          </p:nvPr>
        </p:nvSpPr>
        <p:spPr>
          <a:xfrm>
            <a:off x="157397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1" name="Google Shape;141;p12"/>
          <p:cNvSpPr txBox="1">
            <a:spLocks noGrp="1"/>
          </p:cNvSpPr>
          <p:nvPr>
            <p:ph type="body" idx="4"/>
          </p:nvPr>
        </p:nvSpPr>
        <p:spPr>
          <a:xfrm>
            <a:off x="19999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2" name="Google Shape;142;p12"/>
          <p:cNvSpPr txBox="1">
            <a:spLocks noGrp="1"/>
          </p:cNvSpPr>
          <p:nvPr>
            <p:ph type="body" idx="5"/>
          </p:nvPr>
        </p:nvSpPr>
        <p:spPr>
          <a:xfrm>
            <a:off x="1299999" y="3098025"/>
            <a:ext cx="1493100" cy="9693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43" name="Google Shape;143;p12"/>
          <p:cNvSpPr txBox="1">
            <a:spLocks noGrp="1"/>
          </p:cNvSpPr>
          <p:nvPr>
            <p:ph type="subTitle" idx="6"/>
          </p:nvPr>
        </p:nvSpPr>
        <p:spPr>
          <a:xfrm>
            <a:off x="38047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4" name="Google Shape;144;p12"/>
          <p:cNvSpPr txBox="1">
            <a:spLocks noGrp="1"/>
          </p:cNvSpPr>
          <p:nvPr>
            <p:ph type="body" idx="7"/>
          </p:nvPr>
        </p:nvSpPr>
        <p:spPr>
          <a:xfrm>
            <a:off x="44141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5" name="Google Shape;145;p12"/>
          <p:cNvSpPr txBox="1">
            <a:spLocks noGrp="1"/>
          </p:cNvSpPr>
          <p:nvPr>
            <p:ph type="subTitle" idx="8"/>
          </p:nvPr>
        </p:nvSpPr>
        <p:spPr>
          <a:xfrm>
            <a:off x="349462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6" name="Google Shape;146;p12"/>
          <p:cNvSpPr txBox="1">
            <a:spLocks noGrp="1"/>
          </p:cNvSpPr>
          <p:nvPr>
            <p:ph type="subTitle" idx="9"/>
          </p:nvPr>
        </p:nvSpPr>
        <p:spPr>
          <a:xfrm>
            <a:off x="468812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47" name="Google Shape;147;p12"/>
          <p:cNvSpPr txBox="1">
            <a:spLocks noGrp="1"/>
          </p:cNvSpPr>
          <p:nvPr>
            <p:ph type="body" idx="13"/>
          </p:nvPr>
        </p:nvSpPr>
        <p:spPr>
          <a:xfrm>
            <a:off x="33141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8" name="Google Shape;148;p12"/>
          <p:cNvSpPr txBox="1">
            <a:spLocks noGrp="1"/>
          </p:cNvSpPr>
          <p:nvPr>
            <p:ph type="body" idx="14"/>
          </p:nvPr>
        </p:nvSpPr>
        <p:spPr>
          <a:xfrm>
            <a:off x="44141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49" name="Google Shape;149;p12"/>
          <p:cNvSpPr txBox="1">
            <a:spLocks noGrp="1"/>
          </p:cNvSpPr>
          <p:nvPr>
            <p:ph type="subTitle" idx="15"/>
          </p:nvPr>
        </p:nvSpPr>
        <p:spPr>
          <a:xfrm>
            <a:off x="349462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0" name="Google Shape;150;p12"/>
          <p:cNvSpPr txBox="1">
            <a:spLocks noGrp="1"/>
          </p:cNvSpPr>
          <p:nvPr>
            <p:ph type="body" idx="16"/>
          </p:nvPr>
        </p:nvSpPr>
        <p:spPr>
          <a:xfrm>
            <a:off x="7344949" y="52305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1" name="Google Shape;151;p12"/>
          <p:cNvSpPr txBox="1">
            <a:spLocks noGrp="1"/>
          </p:cNvSpPr>
          <p:nvPr>
            <p:ph type="subTitle" idx="17"/>
          </p:nvPr>
        </p:nvSpPr>
        <p:spPr>
          <a:xfrm>
            <a:off x="6425425" y="276125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2" name="Google Shape;152;p12"/>
          <p:cNvSpPr txBox="1">
            <a:spLocks noGrp="1"/>
          </p:cNvSpPr>
          <p:nvPr>
            <p:ph type="subTitle" idx="18"/>
          </p:nvPr>
        </p:nvSpPr>
        <p:spPr>
          <a:xfrm>
            <a:off x="7618925" y="16084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3" name="Google Shape;153;p12"/>
          <p:cNvSpPr txBox="1">
            <a:spLocks noGrp="1"/>
          </p:cNvSpPr>
          <p:nvPr>
            <p:ph type="body" idx="19"/>
          </p:nvPr>
        </p:nvSpPr>
        <p:spPr>
          <a:xfrm>
            <a:off x="6244949" y="1881800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20"/>
          </p:nvPr>
        </p:nvSpPr>
        <p:spPr>
          <a:xfrm>
            <a:off x="7344949" y="3098025"/>
            <a:ext cx="1493100" cy="9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subTitle" idx="21"/>
          </p:nvPr>
        </p:nvSpPr>
        <p:spPr>
          <a:xfrm>
            <a:off x="6425425" y="2851100"/>
            <a:ext cx="1056000" cy="9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6000"/>
              <a:buFont typeface="Caveat"/>
              <a:buNone/>
              <a:defRPr sz="6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subTitle" idx="22"/>
          </p:nvPr>
        </p:nvSpPr>
        <p:spPr>
          <a:xfrm>
            <a:off x="4550625" y="4114925"/>
            <a:ext cx="44676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7" name="Google Shape;157;p12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23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4">
  <p:cSld name="CUSTOM_22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>
            <a:spLocks noGrp="1"/>
          </p:cNvSpPr>
          <p:nvPr>
            <p:ph type="body" idx="1"/>
          </p:nvPr>
        </p:nvSpPr>
        <p:spPr>
          <a:xfrm>
            <a:off x="1431675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61" name="Google Shape;161;p13"/>
          <p:cNvSpPr txBox="1">
            <a:spLocks noGrp="1"/>
          </p:cNvSpPr>
          <p:nvPr>
            <p:ph type="subTitle" idx="2"/>
          </p:nvPr>
        </p:nvSpPr>
        <p:spPr>
          <a:xfrm>
            <a:off x="1343775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2" name="Google Shape;162;p13"/>
          <p:cNvSpPr>
            <a:spLocks noGrp="1"/>
          </p:cNvSpPr>
          <p:nvPr>
            <p:ph type="pic" idx="3"/>
          </p:nvPr>
        </p:nvSpPr>
        <p:spPr>
          <a:xfrm>
            <a:off x="470775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3" name="Google Shape;163;p13"/>
          <p:cNvSpPr>
            <a:spLocks noGrp="1"/>
          </p:cNvSpPr>
          <p:nvPr>
            <p:ph type="pic" idx="4"/>
          </p:nvPr>
        </p:nvSpPr>
        <p:spPr>
          <a:xfrm>
            <a:off x="2118300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4" name="Google Shape;164;p13"/>
          <p:cNvSpPr txBox="1">
            <a:spLocks noGrp="1"/>
          </p:cNvSpPr>
          <p:nvPr>
            <p:ph type="body" idx="5"/>
          </p:nvPr>
        </p:nvSpPr>
        <p:spPr>
          <a:xfrm>
            <a:off x="345800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65" name="Google Shape;165;p13"/>
          <p:cNvSpPr txBox="1">
            <a:spLocks noGrp="1"/>
          </p:cNvSpPr>
          <p:nvPr>
            <p:ph type="subTitle" idx="6"/>
          </p:nvPr>
        </p:nvSpPr>
        <p:spPr>
          <a:xfrm>
            <a:off x="334100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6" name="Google Shape;166;p13"/>
          <p:cNvSpPr txBox="1">
            <a:spLocks noGrp="1"/>
          </p:cNvSpPr>
          <p:nvPr>
            <p:ph type="body" idx="7"/>
          </p:nvPr>
        </p:nvSpPr>
        <p:spPr>
          <a:xfrm>
            <a:off x="1431675" y="3291100"/>
            <a:ext cx="1493100" cy="722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167" name="Google Shape;167;p13"/>
          <p:cNvSpPr txBox="1">
            <a:spLocks noGrp="1"/>
          </p:cNvSpPr>
          <p:nvPr>
            <p:ph type="subTitle" idx="8"/>
          </p:nvPr>
        </p:nvSpPr>
        <p:spPr>
          <a:xfrm>
            <a:off x="1343775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68" name="Google Shape;168;p13"/>
          <p:cNvSpPr>
            <a:spLocks noGrp="1"/>
          </p:cNvSpPr>
          <p:nvPr>
            <p:ph type="pic" idx="9"/>
          </p:nvPr>
        </p:nvSpPr>
        <p:spPr>
          <a:xfrm>
            <a:off x="470775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13"/>
          <p:cNvSpPr txBox="1">
            <a:spLocks noGrp="1"/>
          </p:cNvSpPr>
          <p:nvPr>
            <p:ph type="body" idx="13"/>
          </p:nvPr>
        </p:nvSpPr>
        <p:spPr>
          <a:xfrm>
            <a:off x="43379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0" name="Google Shape;170;p13"/>
          <p:cNvSpPr txBox="1">
            <a:spLocks noGrp="1"/>
          </p:cNvSpPr>
          <p:nvPr>
            <p:ph type="subTitle" idx="14"/>
          </p:nvPr>
        </p:nvSpPr>
        <p:spPr>
          <a:xfrm>
            <a:off x="4250000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1" name="Google Shape;171;p13"/>
          <p:cNvSpPr>
            <a:spLocks noGrp="1"/>
          </p:cNvSpPr>
          <p:nvPr>
            <p:ph type="pic" idx="15"/>
          </p:nvPr>
        </p:nvSpPr>
        <p:spPr>
          <a:xfrm>
            <a:off x="33770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2" name="Google Shape;172;p13"/>
          <p:cNvSpPr>
            <a:spLocks noGrp="1"/>
          </p:cNvSpPr>
          <p:nvPr>
            <p:ph type="pic" idx="16"/>
          </p:nvPr>
        </p:nvSpPr>
        <p:spPr>
          <a:xfrm>
            <a:off x="50245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3" name="Google Shape;173;p13"/>
          <p:cNvSpPr txBox="1">
            <a:spLocks noGrp="1"/>
          </p:cNvSpPr>
          <p:nvPr>
            <p:ph type="body" idx="17"/>
          </p:nvPr>
        </p:nvSpPr>
        <p:spPr>
          <a:xfrm>
            <a:off x="32520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subTitle" idx="18"/>
          </p:nvPr>
        </p:nvSpPr>
        <p:spPr>
          <a:xfrm>
            <a:off x="3240325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body" idx="19"/>
          </p:nvPr>
        </p:nvSpPr>
        <p:spPr>
          <a:xfrm>
            <a:off x="43379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subTitle" idx="20"/>
          </p:nvPr>
        </p:nvSpPr>
        <p:spPr>
          <a:xfrm>
            <a:off x="4250000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77" name="Google Shape;177;p13"/>
          <p:cNvSpPr>
            <a:spLocks noGrp="1"/>
          </p:cNvSpPr>
          <p:nvPr>
            <p:ph type="pic" idx="21"/>
          </p:nvPr>
        </p:nvSpPr>
        <p:spPr>
          <a:xfrm>
            <a:off x="33770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8" name="Google Shape;178;p13"/>
          <p:cNvSpPr txBox="1">
            <a:spLocks noGrp="1"/>
          </p:cNvSpPr>
          <p:nvPr>
            <p:ph type="body" idx="22"/>
          </p:nvPr>
        </p:nvSpPr>
        <p:spPr>
          <a:xfrm>
            <a:off x="7324400" y="76117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79" name="Google Shape;179;p13"/>
          <p:cNvSpPr txBox="1">
            <a:spLocks noGrp="1"/>
          </p:cNvSpPr>
          <p:nvPr>
            <p:ph type="subTitle" idx="23"/>
          </p:nvPr>
        </p:nvSpPr>
        <p:spPr>
          <a:xfrm>
            <a:off x="7236500" y="17617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0" name="Google Shape;180;p13"/>
          <p:cNvSpPr>
            <a:spLocks noGrp="1"/>
          </p:cNvSpPr>
          <p:nvPr>
            <p:ph type="pic" idx="24"/>
          </p:nvPr>
        </p:nvSpPr>
        <p:spPr>
          <a:xfrm>
            <a:off x="6363500" y="462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1" name="Google Shape;181;p13"/>
          <p:cNvSpPr>
            <a:spLocks noGrp="1"/>
          </p:cNvSpPr>
          <p:nvPr>
            <p:ph type="pic" idx="25"/>
          </p:nvPr>
        </p:nvSpPr>
        <p:spPr>
          <a:xfrm>
            <a:off x="8011025" y="1666800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2" name="Google Shape;182;p13"/>
          <p:cNvSpPr txBox="1">
            <a:spLocks noGrp="1"/>
          </p:cNvSpPr>
          <p:nvPr>
            <p:ph type="body" idx="26"/>
          </p:nvPr>
        </p:nvSpPr>
        <p:spPr>
          <a:xfrm>
            <a:off x="6238525" y="1960225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 algn="r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3" name="Google Shape;183;p13"/>
          <p:cNvSpPr txBox="1">
            <a:spLocks noGrp="1"/>
          </p:cNvSpPr>
          <p:nvPr>
            <p:ph type="subTitle" idx="27"/>
          </p:nvPr>
        </p:nvSpPr>
        <p:spPr>
          <a:xfrm>
            <a:off x="6226825" y="1375225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body" idx="28"/>
          </p:nvPr>
        </p:nvSpPr>
        <p:spPr>
          <a:xfrm>
            <a:off x="7324400" y="3291100"/>
            <a:ext cx="1493100" cy="72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29"/>
          </p:nvPr>
        </p:nvSpPr>
        <p:spPr>
          <a:xfrm>
            <a:off x="7236500" y="2706100"/>
            <a:ext cx="15810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>
            <a:spLocks noGrp="1"/>
          </p:cNvSpPr>
          <p:nvPr>
            <p:ph type="pic" idx="30"/>
          </p:nvPr>
        </p:nvSpPr>
        <p:spPr>
          <a:xfrm>
            <a:off x="6363500" y="2992725"/>
            <a:ext cx="798000" cy="7980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87" name="Google Shape;187;p13"/>
          <p:cNvSpPr txBox="1">
            <a:spLocks noGrp="1"/>
          </p:cNvSpPr>
          <p:nvPr>
            <p:ph type="subTitle" idx="31"/>
          </p:nvPr>
        </p:nvSpPr>
        <p:spPr>
          <a:xfrm>
            <a:off x="5235850" y="4114925"/>
            <a:ext cx="3782400" cy="8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body" idx="32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5a">
  <p:cSld name="CUSTOM_23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1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3" name="Google Shape;193;p1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1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5" name="Google Shape;195;p1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6" name="Google Shape;196;p1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7" name="Google Shape;197;p1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8" name="Google Shape;198;p1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9" name="Google Shape;199;p1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0" name="Google Shape;200;p1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1" name="Google Shape;201;p1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2" name="Google Shape;202;p1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3" name="Google Shape;203;p1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1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5" name="Google Shape;205;p1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6" name="Google Shape;206;p1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1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14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9" name="Google Shape;209;p14"/>
          <p:cNvSpPr txBox="1">
            <a:spLocks noGrp="1"/>
          </p:cNvSpPr>
          <p:nvPr>
            <p:ph type="subTitle" idx="1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10" name="Google Shape;210;p14"/>
          <p:cNvSpPr txBox="1">
            <a:spLocks noGrp="1"/>
          </p:cNvSpPr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4"/>
          <p:cNvSpPr>
            <a:spLocks noGrp="1"/>
          </p:cNvSpPr>
          <p:nvPr>
            <p:ph type="pic" idx="2"/>
          </p:nvPr>
        </p:nvSpPr>
        <p:spPr>
          <a:xfrm>
            <a:off x="30173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12" name="Google Shape;212;p14"/>
          <p:cNvSpPr>
            <a:spLocks noGrp="1"/>
          </p:cNvSpPr>
          <p:nvPr>
            <p:ph type="pic" idx="3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13" name="Google Shape;213;p14"/>
          <p:cNvSpPr txBox="1">
            <a:spLocks noGrp="1"/>
          </p:cNvSpPr>
          <p:nvPr>
            <p:ph type="body" idx="4"/>
          </p:nvPr>
        </p:nvSpPr>
        <p:spPr>
          <a:xfrm>
            <a:off x="3105200" y="250630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14" name="Google Shape;214;p14"/>
          <p:cNvSpPr txBox="1">
            <a:spLocks noGrp="1"/>
          </p:cNvSpPr>
          <p:nvPr>
            <p:ph type="subTitle" idx="5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5" name="Google Shape;215;p14"/>
          <p:cNvSpPr txBox="1">
            <a:spLocks noGrp="1"/>
          </p:cNvSpPr>
          <p:nvPr>
            <p:ph type="body" idx="6"/>
          </p:nvPr>
        </p:nvSpPr>
        <p:spPr>
          <a:xfrm>
            <a:off x="31052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16" name="Google Shape;216;p14"/>
          <p:cNvSpPr txBox="1">
            <a:spLocks noGrp="1"/>
          </p:cNvSpPr>
          <p:nvPr>
            <p:ph type="subTitle" idx="7"/>
          </p:nvPr>
        </p:nvSpPr>
        <p:spPr>
          <a:xfrm>
            <a:off x="30173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7" name="Google Shape;217;p14"/>
          <p:cNvSpPr txBox="1">
            <a:spLocks noGrp="1"/>
          </p:cNvSpPr>
          <p:nvPr>
            <p:ph type="body" idx="8"/>
          </p:nvPr>
        </p:nvSpPr>
        <p:spPr>
          <a:xfrm>
            <a:off x="6293600" y="2506300"/>
            <a:ext cx="2173800" cy="776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18" name="Google Shape;218;p14"/>
          <p:cNvSpPr txBox="1">
            <a:spLocks noGrp="1"/>
          </p:cNvSpPr>
          <p:nvPr>
            <p:ph type="subTitle" idx="9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19" name="Google Shape;219;p14"/>
          <p:cNvSpPr txBox="1">
            <a:spLocks noGrp="1"/>
          </p:cNvSpPr>
          <p:nvPr>
            <p:ph type="body" idx="13"/>
          </p:nvPr>
        </p:nvSpPr>
        <p:spPr>
          <a:xfrm>
            <a:off x="6293600" y="3789950"/>
            <a:ext cx="2173800" cy="77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20" name="Google Shape;220;p14"/>
          <p:cNvSpPr txBox="1">
            <a:spLocks noGrp="1"/>
          </p:cNvSpPr>
          <p:nvPr>
            <p:ph type="subTitle" idx="14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21" name="Google Shape;221;p14"/>
          <p:cNvSpPr txBox="1">
            <a:spLocks noGrp="1"/>
          </p:cNvSpPr>
          <p:nvPr>
            <p:ph type="sldNum" idx="15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2" name="Google Shape;222;p14"/>
          <p:cNvSpPr txBox="1">
            <a:spLocks noGrp="1"/>
          </p:cNvSpPr>
          <p:nvPr>
            <p:ph type="body" idx="16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ep by Step 5b">
  <p:cSld name="CUSTOM_23_1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1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7" name="Google Shape;227;p1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8" name="Google Shape;228;p1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9" name="Google Shape;229;p1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0" name="Google Shape;230;p1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1" name="Google Shape;231;p1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2" name="Google Shape;232;p1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3" name="Google Shape;233;p1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1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5" name="Google Shape;235;p1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6" name="Google Shape;236;p1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7" name="Google Shape;237;p1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8" name="Google Shape;238;p1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9" name="Google Shape;239;p1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0" name="Google Shape;240;p1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1" name="Google Shape;241;p15"/>
          <p:cNvSpPr txBox="1">
            <a:spLocks noGrp="1"/>
          </p:cNvSpPr>
          <p:nvPr>
            <p:ph type="subTitle" idx="1"/>
          </p:nvPr>
        </p:nvSpPr>
        <p:spPr>
          <a:xfrm>
            <a:off x="167075" y="53250"/>
            <a:ext cx="1581000" cy="64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 txBox="1">
            <a:spLocks noGrp="1"/>
          </p:cNvSpPr>
          <p:nvPr>
            <p:ph type="title"/>
          </p:nvPr>
        </p:nvSpPr>
        <p:spPr>
          <a:xfrm>
            <a:off x="125700" y="82600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43" name="Google Shape;243;p15"/>
          <p:cNvSpPr>
            <a:spLocks noGrp="1"/>
          </p:cNvSpPr>
          <p:nvPr>
            <p:ph type="pic" idx="2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44" name="Google Shape;244;p15"/>
          <p:cNvSpPr txBox="1">
            <a:spLocks noGrp="1"/>
          </p:cNvSpPr>
          <p:nvPr>
            <p:ph type="body" idx="3"/>
          </p:nvPr>
        </p:nvSpPr>
        <p:spPr>
          <a:xfrm>
            <a:off x="6293600" y="2506300"/>
            <a:ext cx="2173800" cy="778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4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46" name="Google Shape;246;p15"/>
          <p:cNvSpPr txBox="1">
            <a:spLocks noGrp="1"/>
          </p:cNvSpPr>
          <p:nvPr>
            <p:ph type="body" idx="5"/>
          </p:nvPr>
        </p:nvSpPr>
        <p:spPr>
          <a:xfrm>
            <a:off x="6293600" y="3789950"/>
            <a:ext cx="2173800" cy="7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47" name="Google Shape;247;p15"/>
          <p:cNvSpPr txBox="1">
            <a:spLocks noGrp="1"/>
          </p:cNvSpPr>
          <p:nvPr>
            <p:ph type="subTitle" idx="6"/>
          </p:nvPr>
        </p:nvSpPr>
        <p:spPr>
          <a:xfrm>
            <a:off x="6205700" y="3170150"/>
            <a:ext cx="21738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248" name="Google Shape;248;p15"/>
          <p:cNvSpPr txBox="1">
            <a:spLocks noGrp="1"/>
          </p:cNvSpPr>
          <p:nvPr>
            <p:ph type="sldNum" idx="7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9" name="Google Shape;249;p15"/>
          <p:cNvSpPr txBox="1">
            <a:spLocks noGrp="1"/>
          </p:cNvSpPr>
          <p:nvPr>
            <p:ph type="body" idx="8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ow to Serve">
  <p:cSld name="CUSTOM_20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2" name="Google Shape;252;p1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3" name="Google Shape;253;p1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1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5" name="Google Shape;255;p1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7" name="Google Shape;257;p1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8" name="Google Shape;258;p1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9" name="Google Shape;259;p1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0" name="Google Shape;260;p1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1" name="Google Shape;261;p1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2" name="Google Shape;262;p1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1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1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5" name="Google Shape;265;p1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6" name="Google Shape;266;p1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8" name="Google Shape;268;p1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1" name="Google Shape;271;p16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2" name="Google Shape;272;p16"/>
          <p:cNvSpPr txBox="1">
            <a:spLocks noGrp="1"/>
          </p:cNvSpPr>
          <p:nvPr>
            <p:ph type="body" idx="1"/>
          </p:nvPr>
        </p:nvSpPr>
        <p:spPr>
          <a:xfrm>
            <a:off x="632900" y="1708100"/>
            <a:ext cx="2173800" cy="8649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273" name="Google Shape;273;p16"/>
          <p:cNvSpPr>
            <a:spLocks noGrp="1"/>
          </p:cNvSpPr>
          <p:nvPr>
            <p:ph type="pic" idx="2"/>
          </p:nvPr>
        </p:nvSpPr>
        <p:spPr>
          <a:xfrm>
            <a:off x="61310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4" name="Google Shape;274;p16"/>
          <p:cNvSpPr>
            <a:spLocks noGrp="1"/>
          </p:cNvSpPr>
          <p:nvPr>
            <p:ph type="pic" idx="3"/>
          </p:nvPr>
        </p:nvSpPr>
        <p:spPr>
          <a:xfrm>
            <a:off x="346535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5" name="Google Shape;275;p16"/>
          <p:cNvSpPr>
            <a:spLocks noGrp="1"/>
          </p:cNvSpPr>
          <p:nvPr>
            <p:ph type="pic" idx="4"/>
          </p:nvPr>
        </p:nvSpPr>
        <p:spPr>
          <a:xfrm>
            <a:off x="6300000" y="498175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76" name="Google Shape;276;p16"/>
          <p:cNvSpPr txBox="1">
            <a:spLocks noGrp="1"/>
          </p:cNvSpPr>
          <p:nvPr>
            <p:ph type="body" idx="5"/>
          </p:nvPr>
        </p:nvSpPr>
        <p:spPr>
          <a:xfrm>
            <a:off x="34742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7" name="Google Shape;277;p16"/>
          <p:cNvSpPr txBox="1">
            <a:spLocks noGrp="1"/>
          </p:cNvSpPr>
          <p:nvPr>
            <p:ph type="body" idx="6"/>
          </p:nvPr>
        </p:nvSpPr>
        <p:spPr>
          <a:xfrm>
            <a:off x="6315500" y="1708100"/>
            <a:ext cx="2173800" cy="86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8" name="Google Shape;278;p16"/>
          <p:cNvSpPr txBox="1">
            <a:spLocks noGrp="1"/>
          </p:cNvSpPr>
          <p:nvPr>
            <p:ph type="body" idx="7"/>
          </p:nvPr>
        </p:nvSpPr>
        <p:spPr>
          <a:xfrm>
            <a:off x="4236800" y="4155575"/>
            <a:ext cx="4565700" cy="63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●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○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921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000"/>
              <a:buFont typeface="IBM Plex Mono"/>
              <a:buChar char="■"/>
              <a:defRPr sz="10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79" name="Google Shape;279;p16"/>
          <p:cNvSpPr txBox="1">
            <a:spLocks noGrp="1"/>
          </p:cNvSpPr>
          <p:nvPr>
            <p:ph type="subTitle" idx="8"/>
          </p:nvPr>
        </p:nvSpPr>
        <p:spPr>
          <a:xfrm>
            <a:off x="314425" y="4041875"/>
            <a:ext cx="1782600" cy="8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000"/>
              <a:buNone/>
              <a:defRPr sz="3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6"/>
          <p:cNvSpPr txBox="1">
            <a:spLocks noGrp="1"/>
          </p:cNvSpPr>
          <p:nvPr>
            <p:ph type="title"/>
          </p:nvPr>
        </p:nvSpPr>
        <p:spPr>
          <a:xfrm>
            <a:off x="1762426" y="3904925"/>
            <a:ext cx="3015600" cy="113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16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2" name="Google Shape;282;p16"/>
          <p:cNvSpPr txBox="1">
            <a:spLocks noGrp="1"/>
          </p:cNvSpPr>
          <p:nvPr>
            <p:ph type="body" idx="9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lementary Food and Dishes">
  <p:cSld name="CUSTOM_21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7"/>
          <p:cNvSpPr txBox="1">
            <a:spLocks noGrp="1"/>
          </p:cNvSpPr>
          <p:nvPr>
            <p:ph type="body" idx="1"/>
          </p:nvPr>
        </p:nvSpPr>
        <p:spPr>
          <a:xfrm>
            <a:off x="453500" y="2578725"/>
            <a:ext cx="2532600" cy="219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b" anchorCtr="0">
            <a:no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285" name="Google Shape;285;p17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5066100" cy="15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7"/>
          <p:cNvSpPr>
            <a:spLocks noGrp="1"/>
          </p:cNvSpPr>
          <p:nvPr>
            <p:ph type="pic" idx="2"/>
          </p:nvPr>
        </p:nvSpPr>
        <p:spPr>
          <a:xfrm>
            <a:off x="6361100" y="31467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7" name="Google Shape;287;p17"/>
          <p:cNvSpPr>
            <a:spLocks noGrp="1"/>
          </p:cNvSpPr>
          <p:nvPr>
            <p:ph type="pic" idx="3"/>
          </p:nvPr>
        </p:nvSpPr>
        <p:spPr>
          <a:xfrm>
            <a:off x="6361100" y="1841538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8" name="Google Shape;288;p17"/>
          <p:cNvSpPr>
            <a:spLocks noGrp="1"/>
          </p:cNvSpPr>
          <p:nvPr>
            <p:ph type="pic" idx="4"/>
          </p:nvPr>
        </p:nvSpPr>
        <p:spPr>
          <a:xfrm>
            <a:off x="6361100" y="3368413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289" name="Google Shape;289;p17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0" name="Google Shape;290;p17"/>
          <p:cNvSpPr txBox="1">
            <a:spLocks noGrp="1"/>
          </p:cNvSpPr>
          <p:nvPr>
            <p:ph type="body" idx="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mories">
  <p:cSld name="CUSTOM_21_1"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1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0" name="Google Shape;310;p1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1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2" name="Google Shape;312;p1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1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4" name="Google Shape;314;p1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5" name="Google Shape;315;p1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6" name="Google Shape;316;p18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7740900" cy="754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317" name="Google Shape;317;p18"/>
          <p:cNvSpPr>
            <a:spLocks noGrp="1"/>
          </p:cNvSpPr>
          <p:nvPr>
            <p:ph type="pic" idx="2"/>
          </p:nvPr>
        </p:nvSpPr>
        <p:spPr>
          <a:xfrm>
            <a:off x="25040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18" name="Google Shape;318;p18"/>
          <p:cNvSpPr>
            <a:spLocks noGrp="1"/>
          </p:cNvSpPr>
          <p:nvPr>
            <p:ph type="pic" idx="3"/>
          </p:nvPr>
        </p:nvSpPr>
        <p:spPr>
          <a:xfrm>
            <a:off x="331400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19" name="Google Shape;319;p18"/>
          <p:cNvSpPr>
            <a:spLocks noGrp="1"/>
          </p:cNvSpPr>
          <p:nvPr>
            <p:ph type="pic" idx="4"/>
          </p:nvPr>
        </p:nvSpPr>
        <p:spPr>
          <a:xfrm>
            <a:off x="6370250" y="1334825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0" name="Google Shape;320;p18"/>
          <p:cNvSpPr>
            <a:spLocks noGrp="1"/>
          </p:cNvSpPr>
          <p:nvPr>
            <p:ph type="pic" idx="5"/>
          </p:nvPr>
        </p:nvSpPr>
        <p:spPr>
          <a:xfrm>
            <a:off x="25040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1" name="Google Shape;321;p18"/>
          <p:cNvSpPr>
            <a:spLocks noGrp="1"/>
          </p:cNvSpPr>
          <p:nvPr>
            <p:ph type="pic" idx="6"/>
          </p:nvPr>
        </p:nvSpPr>
        <p:spPr>
          <a:xfrm>
            <a:off x="331400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2" name="Google Shape;322;p18"/>
          <p:cNvSpPr>
            <a:spLocks noGrp="1"/>
          </p:cNvSpPr>
          <p:nvPr>
            <p:ph type="pic" idx="7"/>
          </p:nvPr>
        </p:nvSpPr>
        <p:spPr>
          <a:xfrm>
            <a:off x="6370250" y="3179750"/>
            <a:ext cx="2532600" cy="12972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323" name="Google Shape;323;p18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4" name="Google Shape;324;p18"/>
          <p:cNvSpPr txBox="1">
            <a:spLocks noGrp="1"/>
          </p:cNvSpPr>
          <p:nvPr>
            <p:ph type="body" idx="1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Thoughts">
  <p:cSld name="CUSTOM_21_1_1"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7" name="Google Shape;327;p1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8" name="Google Shape;328;p1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9" name="Google Shape;329;p1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0" name="Google Shape;330;p1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1" name="Google Shape;331;p1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2" name="Google Shape;332;p1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3" name="Google Shape;333;p1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1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5" name="Google Shape;335;p1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6" name="Google Shape;336;p1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7" name="Google Shape;337;p1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8" name="Google Shape;338;p1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9" name="Google Shape;339;p1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0" name="Google Shape;340;p1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19"/>
          <p:cNvSpPr/>
          <p:nvPr/>
        </p:nvSpPr>
        <p:spPr>
          <a:xfrm>
            <a:off x="4786275" y="352450"/>
            <a:ext cx="40635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2" name="Google Shape;342;p19"/>
          <p:cNvSpPr txBox="1">
            <a:spLocks noGrp="1"/>
          </p:cNvSpPr>
          <p:nvPr>
            <p:ph type="subTitle" idx="1"/>
          </p:nvPr>
        </p:nvSpPr>
        <p:spPr>
          <a:xfrm>
            <a:off x="314425" y="3213300"/>
            <a:ext cx="3922500" cy="6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43" name="Google Shape;343;p19"/>
          <p:cNvSpPr txBox="1">
            <a:spLocks noGrp="1"/>
          </p:cNvSpPr>
          <p:nvPr>
            <p:ph type="title"/>
          </p:nvPr>
        </p:nvSpPr>
        <p:spPr>
          <a:xfrm>
            <a:off x="238225" y="3820950"/>
            <a:ext cx="4063500" cy="864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44" name="Google Shape;344;p19"/>
          <p:cNvSpPr txBox="1">
            <a:spLocks noGrp="1"/>
          </p:cNvSpPr>
          <p:nvPr>
            <p:ph type="body" idx="2"/>
          </p:nvPr>
        </p:nvSpPr>
        <p:spPr>
          <a:xfrm>
            <a:off x="5125900" y="591475"/>
            <a:ext cx="3312000" cy="9168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345" name="Google Shape;345;p19"/>
          <p:cNvSpPr txBox="1">
            <a:spLocks noGrp="1"/>
          </p:cNvSpPr>
          <p:nvPr>
            <p:ph type="body" idx="3"/>
          </p:nvPr>
        </p:nvSpPr>
        <p:spPr>
          <a:xfrm>
            <a:off x="5125900" y="1847075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6" name="Google Shape;346;p19"/>
          <p:cNvSpPr txBox="1">
            <a:spLocks noGrp="1"/>
          </p:cNvSpPr>
          <p:nvPr>
            <p:ph type="body" idx="4"/>
          </p:nvPr>
        </p:nvSpPr>
        <p:spPr>
          <a:xfrm>
            <a:off x="5125900" y="3097650"/>
            <a:ext cx="3312000" cy="91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347" name="Google Shape;347;p19"/>
          <p:cNvSpPr txBox="1">
            <a:spLocks noGrp="1"/>
          </p:cNvSpPr>
          <p:nvPr>
            <p:ph type="sldNum" idx="12"/>
          </p:nvPr>
        </p:nvSpPr>
        <p:spPr>
          <a:xfrm>
            <a:off x="7624125" y="4852475"/>
            <a:ext cx="1470900" cy="19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>
                <a:solidFill>
                  <a:schemeClr val="dk1"/>
                </a:solidFill>
              </a:defRPr>
            </a:lvl1pPr>
            <a:lvl2pPr lvl="1" algn="r" rtl="0">
              <a:buNone/>
              <a:defRPr>
                <a:solidFill>
                  <a:schemeClr val="dk1"/>
                </a:solidFill>
              </a:defRPr>
            </a:lvl2pPr>
            <a:lvl3pPr lvl="2" algn="r" rtl="0">
              <a:buNone/>
              <a:defRPr>
                <a:solidFill>
                  <a:schemeClr val="dk1"/>
                </a:solidFill>
              </a:defRPr>
            </a:lvl3pPr>
            <a:lvl4pPr lvl="3" algn="r" rtl="0">
              <a:buNone/>
              <a:defRPr>
                <a:solidFill>
                  <a:schemeClr val="dk1"/>
                </a:solidFill>
              </a:defRPr>
            </a:lvl4pPr>
            <a:lvl5pPr lvl="4" algn="r" rtl="0">
              <a:buNone/>
              <a:defRPr>
                <a:solidFill>
                  <a:schemeClr val="dk1"/>
                </a:solidFill>
              </a:defRPr>
            </a:lvl5pPr>
            <a:lvl6pPr lvl="5" algn="r" rtl="0">
              <a:buNone/>
              <a:defRPr>
                <a:solidFill>
                  <a:schemeClr val="dk1"/>
                </a:solidFill>
              </a:defRPr>
            </a:lvl6pPr>
            <a:lvl7pPr lvl="6" algn="r" rtl="0">
              <a:buNone/>
              <a:defRPr>
                <a:solidFill>
                  <a:schemeClr val="dk1"/>
                </a:solidFill>
              </a:defRPr>
            </a:lvl7pPr>
            <a:lvl8pPr lvl="7" algn="r" rtl="0">
              <a:buNone/>
              <a:defRPr>
                <a:solidFill>
                  <a:schemeClr val="dk1"/>
                </a:solidFill>
              </a:defRPr>
            </a:lvl8pPr>
            <a:lvl9pPr lvl="8" algn="r" rtl="0">
              <a:buNone/>
              <a:defRPr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19"/>
          <p:cNvSpPr txBox="1">
            <a:spLocks noGrp="1"/>
          </p:cNvSpPr>
          <p:nvPr>
            <p:ph type="body" idx="5"/>
          </p:nvPr>
        </p:nvSpPr>
        <p:spPr>
          <a:xfrm>
            <a:off x="49550" y="4794775"/>
            <a:ext cx="2032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CUSTOM_21_1_1_1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0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1" name="Google Shape;351;p20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2" name="Google Shape;352;p20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20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20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20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7" name="Google Shape;357;p20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8" name="Google Shape;358;p20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9" name="Google Shape;359;p20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0" name="Google Shape;360;p20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1" name="Google Shape;361;p20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2" name="Google Shape;362;p20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3" name="Google Shape;363;p20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20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5" name="Google Shape;365;p20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6" name="Google Shape;366;p20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7" name="Google Shape;367;p20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8" name="Google Shape;368;p20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9" name="Google Shape;369;p20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0" name="Google Shape;370;p20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1" name="Google Shape;371;p20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2" name="Google Shape;372;p20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3" name="Google Shape;373;p20"/>
          <p:cNvSpPr>
            <a:spLocks noGrp="1"/>
          </p:cNvSpPr>
          <p:nvPr>
            <p:ph type="pic" idx="2"/>
          </p:nvPr>
        </p:nvSpPr>
        <p:spPr>
          <a:xfrm>
            <a:off x="1020450" y="1016000"/>
            <a:ext cx="3043800" cy="3048000"/>
          </a:xfrm>
          <a:prstGeom prst="rect">
            <a:avLst/>
          </a:prstGeom>
          <a:noFill/>
          <a:ln>
            <a:noFill/>
          </a:ln>
        </p:spPr>
      </p:sp>
      <p:sp>
        <p:nvSpPr>
          <p:cNvPr id="374" name="Google Shape;374;p20"/>
          <p:cNvSpPr txBox="1">
            <a:spLocks noGrp="1"/>
          </p:cNvSpPr>
          <p:nvPr>
            <p:ph type="title"/>
          </p:nvPr>
        </p:nvSpPr>
        <p:spPr>
          <a:xfrm>
            <a:off x="4064000" y="1007950"/>
            <a:ext cx="4188000" cy="30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SECTION_HEADER_1_1">
    <p:bg>
      <p:bgPr>
        <a:solidFill>
          <a:schemeClr val="lt1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1"/>
          <p:cNvSpPr txBox="1">
            <a:spLocks noGrp="1"/>
          </p:cNvSpPr>
          <p:nvPr>
            <p:ph type="title"/>
          </p:nvPr>
        </p:nvSpPr>
        <p:spPr>
          <a:xfrm>
            <a:off x="250503" y="725375"/>
            <a:ext cx="8643300" cy="131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  <p:sp>
        <p:nvSpPr>
          <p:cNvPr id="377" name="Google Shape;377;p21"/>
          <p:cNvSpPr txBox="1">
            <a:spLocks noGrp="1"/>
          </p:cNvSpPr>
          <p:nvPr>
            <p:ph type="subTitle" idx="1"/>
          </p:nvPr>
        </p:nvSpPr>
        <p:spPr>
          <a:xfrm>
            <a:off x="1377400" y="2039975"/>
            <a:ext cx="6389400" cy="15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21_1_1_1_1"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0" name="Google Shape;380;p22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1" name="Google Shape;381;p22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2" name="Google Shape;382;p22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3" name="Google Shape;383;p22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5" name="Google Shape;385;p22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22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7" name="Google Shape;387;p2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9" name="Google Shape;389;p2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0" name="Google Shape;390;p2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1" name="Google Shape;391;p2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3" name="Google Shape;393;p2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2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5" name="Google Shape;395;p2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7" name="Google Shape;397;p2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8" name="Google Shape;398;p2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9" name="Google Shape;399;p2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1" name="Google Shape;401;p2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2" name="Google Shape;402;p22"/>
          <p:cNvSpPr txBox="1">
            <a:spLocks noGrp="1"/>
          </p:cNvSpPr>
          <p:nvPr>
            <p:ph type="title"/>
          </p:nvPr>
        </p:nvSpPr>
        <p:spPr>
          <a:xfrm>
            <a:off x="969950" y="1084150"/>
            <a:ext cx="7204200" cy="291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 b="1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CUSTOM_13_1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23"/>
          <p:cNvSpPr/>
          <p:nvPr/>
        </p:nvSpPr>
        <p:spPr>
          <a:xfrm>
            <a:off x="4728675" y="544175"/>
            <a:ext cx="3732900" cy="4052700"/>
          </a:xfrm>
          <a:prstGeom prst="roundRect">
            <a:avLst>
              <a:gd name="adj" fmla="val 2627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23"/>
          <p:cNvSpPr txBox="1">
            <a:spLocks noGrp="1"/>
          </p:cNvSpPr>
          <p:nvPr>
            <p:ph type="title"/>
          </p:nvPr>
        </p:nvSpPr>
        <p:spPr>
          <a:xfrm>
            <a:off x="243925" y="3881325"/>
            <a:ext cx="4484700" cy="86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406" name="Google Shape;406;p23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7" name="Google Shape;407;p23"/>
          <p:cNvSpPr txBox="1">
            <a:spLocks noGrp="1"/>
          </p:cNvSpPr>
          <p:nvPr>
            <p:ph type="body" idx="1"/>
          </p:nvPr>
        </p:nvSpPr>
        <p:spPr>
          <a:xfrm>
            <a:off x="5352125" y="1034150"/>
            <a:ext cx="2500200" cy="30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CUSTOM_23_2"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0" name="Google Shape;410;p2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1" name="Google Shape;411;p2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24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p2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2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5" name="Google Shape;415;p24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6" name="Google Shape;416;p2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7" name="Google Shape;417;p2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8" name="Google Shape;418;p2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9" name="Google Shape;419;p2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0" name="Google Shape;420;p2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1" name="Google Shape;421;p24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2" name="Google Shape;422;p24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3" name="Google Shape;423;p24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4" name="Google Shape;424;p24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5" name="Google Shape;425;p24"/>
          <p:cNvSpPr txBox="1">
            <a:spLocks noGrp="1"/>
          </p:cNvSpPr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26" name="Google Shape;426;p24"/>
          <p:cNvSpPr txBox="1">
            <a:spLocks noGrp="1"/>
          </p:cNvSpPr>
          <p:nvPr>
            <p:ph type="body" idx="1"/>
          </p:nvPr>
        </p:nvSpPr>
        <p:spPr>
          <a:xfrm>
            <a:off x="310520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27" name="Google Shape;427;p24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28" name="Google Shape;428;p24"/>
          <p:cNvSpPr txBox="1">
            <a:spLocks noGrp="1"/>
          </p:cNvSpPr>
          <p:nvPr>
            <p:ph type="body" idx="2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SECTION_HEADER_1_2">
    <p:bg>
      <p:bgPr>
        <a:solidFill>
          <a:schemeClr val="lt1"/>
        </a:solidFill>
        <a:effectLst/>
      </p:bgPr>
    </p:bg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5"/>
          <p:cNvSpPr txBox="1">
            <a:spLocks noGrp="1"/>
          </p:cNvSpPr>
          <p:nvPr>
            <p:ph type="title"/>
          </p:nvPr>
        </p:nvSpPr>
        <p:spPr>
          <a:xfrm>
            <a:off x="250500" y="1338900"/>
            <a:ext cx="8643300" cy="24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9000"/>
              <a:buNone/>
              <a:defRPr sz="9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CUSTOM_23_2_1_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2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3" name="Google Shape;433;p2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4" name="Google Shape;434;p2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26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6" name="Google Shape;436;p2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7" name="Google Shape;437;p2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8" name="Google Shape;438;p26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9" name="Google Shape;439;p2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0" name="Google Shape;440;p2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1" name="Google Shape;441;p2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2" name="Google Shape;442;p2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3" name="Google Shape;443;p2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" name="Google Shape;444;p26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5" name="Google Shape;445;p26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6" name="Google Shape;446;p26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7" name="Google Shape;447;p26"/>
          <p:cNvSpPr/>
          <p:nvPr/>
        </p:nvSpPr>
        <p:spPr>
          <a:xfrm>
            <a:off x="2712475" y="376050"/>
            <a:ext cx="61371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8" name="Google Shape;448;p26"/>
          <p:cNvSpPr txBox="1">
            <a:spLocks noGrp="1"/>
          </p:cNvSpPr>
          <p:nvPr>
            <p:ph type="title"/>
          </p:nvPr>
        </p:nvSpPr>
        <p:spPr>
          <a:xfrm>
            <a:off x="125700" y="3760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49" name="Google Shape;449;p26"/>
          <p:cNvSpPr txBox="1">
            <a:spLocks noGrp="1"/>
          </p:cNvSpPr>
          <p:nvPr>
            <p:ph type="body" idx="1"/>
          </p:nvPr>
        </p:nvSpPr>
        <p:spPr>
          <a:xfrm>
            <a:off x="3105200" y="1718575"/>
            <a:ext cx="54477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50" name="Google Shape;450;p26"/>
          <p:cNvSpPr txBox="1">
            <a:spLocks noGrp="1"/>
          </p:cNvSpPr>
          <p:nvPr>
            <p:ph type="subTitle" idx="2"/>
          </p:nvPr>
        </p:nvSpPr>
        <p:spPr>
          <a:xfrm>
            <a:off x="3017300" y="603250"/>
            <a:ext cx="5643300" cy="7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SECTION_HEADER_1_2_1">
    <p:bg>
      <p:bgPr>
        <a:solidFill>
          <a:schemeClr val="lt1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7"/>
          <p:cNvSpPr txBox="1">
            <a:spLocks noGrp="1"/>
          </p:cNvSpPr>
          <p:nvPr>
            <p:ph type="title"/>
          </p:nvPr>
        </p:nvSpPr>
        <p:spPr>
          <a:xfrm>
            <a:off x="1047400" y="1338900"/>
            <a:ext cx="7049100" cy="24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Font typeface="IBM Plex Mono"/>
              <a:buNone/>
              <a:defRPr>
                <a:solidFill>
                  <a:schemeClr val="accent4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Font typeface="IBM Plex Mono"/>
              <a:buNone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USTOM_23_2_1_1_1"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28"/>
          <p:cNvSpPr txBox="1">
            <a:spLocks noGrp="1"/>
          </p:cNvSpPr>
          <p:nvPr>
            <p:ph type="body" idx="1"/>
          </p:nvPr>
        </p:nvSpPr>
        <p:spPr>
          <a:xfrm>
            <a:off x="251400" y="125600"/>
            <a:ext cx="1468500" cy="2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SECTION_HEADER_1_2_2">
    <p:bg>
      <p:bgPr>
        <a:solidFill>
          <a:schemeClr val="lt1"/>
        </a:solid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9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7" name="Google Shape;457;p29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8" name="Google Shape;458;p29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9" name="Google Shape;459;p29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0" name="Google Shape;460;p29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1" name="Google Shape;461;p29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2" name="Google Shape;462;p29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3" name="Google Shape;463;p29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4" name="Google Shape;464;p29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5" name="Google Shape;465;p29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6" name="Google Shape;466;p29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7" name="Google Shape;467;p29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8" name="Google Shape;468;p29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1" name="Google Shape;471;p29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472" name="Google Shape;472;p29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73" name="Google Shape;473;p29"/>
          <p:cNvSpPr txBox="1">
            <a:spLocks noGrp="1"/>
          </p:cNvSpPr>
          <p:nvPr>
            <p:ph type="body" idx="1"/>
          </p:nvPr>
        </p:nvSpPr>
        <p:spPr>
          <a:xfrm>
            <a:off x="6321550" y="612450"/>
            <a:ext cx="2173800" cy="38841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14_1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5" name="Google Shape;475;p30"/>
          <p:cNvCxnSpPr/>
          <p:nvPr/>
        </p:nvCxnSpPr>
        <p:spPr>
          <a:xfrm rot="10800000">
            <a:off x="-3050" y="166420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6" name="Google Shape;476;p30"/>
          <p:cNvSpPr/>
          <p:nvPr/>
        </p:nvSpPr>
        <p:spPr>
          <a:xfrm flipH="1">
            <a:off x="801804" y="124470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7" name="Google Shape;477;p30"/>
          <p:cNvCxnSpPr/>
          <p:nvPr/>
        </p:nvCxnSpPr>
        <p:spPr>
          <a:xfrm rot="10800000">
            <a:off x="-2925" y="2295250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8" name="Google Shape;478;p30"/>
          <p:cNvSpPr/>
          <p:nvPr/>
        </p:nvSpPr>
        <p:spPr>
          <a:xfrm flipH="1">
            <a:off x="801874" y="187575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79" name="Google Shape;479;p30"/>
          <p:cNvCxnSpPr/>
          <p:nvPr/>
        </p:nvCxnSpPr>
        <p:spPr>
          <a:xfrm rot="10800000">
            <a:off x="-2925" y="2926529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0" name="Google Shape;480;p30"/>
          <p:cNvSpPr/>
          <p:nvPr/>
        </p:nvSpPr>
        <p:spPr>
          <a:xfrm flipH="1">
            <a:off x="801874" y="250702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1" name="Google Shape;481;p30"/>
          <p:cNvCxnSpPr/>
          <p:nvPr/>
        </p:nvCxnSpPr>
        <p:spPr>
          <a:xfrm rot="10800000">
            <a:off x="-2925" y="3564875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2" name="Google Shape;482;p30"/>
          <p:cNvSpPr/>
          <p:nvPr/>
        </p:nvSpPr>
        <p:spPr>
          <a:xfrm flipH="1">
            <a:off x="801874" y="314537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3" name="Google Shape;483;p30"/>
          <p:cNvCxnSpPr/>
          <p:nvPr/>
        </p:nvCxnSpPr>
        <p:spPr>
          <a:xfrm rot="10800000">
            <a:off x="-3050" y="4199402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4" name="Google Shape;484;p30"/>
          <p:cNvSpPr/>
          <p:nvPr/>
        </p:nvSpPr>
        <p:spPr>
          <a:xfrm flipH="1">
            <a:off x="801729" y="3779900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5" name="Google Shape;485;p30"/>
          <p:cNvSpPr txBox="1">
            <a:spLocks noGrp="1"/>
          </p:cNvSpPr>
          <p:nvPr>
            <p:ph type="subTitle" idx="1"/>
          </p:nvPr>
        </p:nvSpPr>
        <p:spPr>
          <a:xfrm>
            <a:off x="802850" y="12457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6" name="Google Shape;486;p30"/>
          <p:cNvSpPr txBox="1">
            <a:spLocks noGrp="1"/>
          </p:cNvSpPr>
          <p:nvPr>
            <p:ph type="subTitle" idx="2"/>
          </p:nvPr>
        </p:nvSpPr>
        <p:spPr>
          <a:xfrm>
            <a:off x="801725" y="187587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7" name="Google Shape;487;p30"/>
          <p:cNvSpPr txBox="1">
            <a:spLocks noGrp="1"/>
          </p:cNvSpPr>
          <p:nvPr>
            <p:ph type="subTitle" idx="3"/>
          </p:nvPr>
        </p:nvSpPr>
        <p:spPr>
          <a:xfrm>
            <a:off x="801725" y="2510050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8" name="Google Shape;488;p30"/>
          <p:cNvSpPr txBox="1">
            <a:spLocks noGrp="1"/>
          </p:cNvSpPr>
          <p:nvPr>
            <p:ph type="subTitle" idx="4"/>
          </p:nvPr>
        </p:nvSpPr>
        <p:spPr>
          <a:xfrm>
            <a:off x="802850" y="31450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89" name="Google Shape;489;p30"/>
          <p:cNvSpPr txBox="1">
            <a:spLocks noGrp="1"/>
          </p:cNvSpPr>
          <p:nvPr>
            <p:ph type="subTitle" idx="5"/>
          </p:nvPr>
        </p:nvSpPr>
        <p:spPr>
          <a:xfrm>
            <a:off x="802850" y="3780700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90" name="Google Shape;490;p30"/>
          <p:cNvSpPr txBox="1">
            <a:spLocks noGrp="1"/>
          </p:cNvSpPr>
          <p:nvPr>
            <p:ph type="title"/>
          </p:nvPr>
        </p:nvSpPr>
        <p:spPr>
          <a:xfrm>
            <a:off x="251400" y="180775"/>
            <a:ext cx="8685900" cy="10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/>
            </a:lvl9pPr>
          </a:lstStyle>
          <a:p>
            <a:endParaRPr/>
          </a:p>
        </p:txBody>
      </p:sp>
      <p:cxnSp>
        <p:nvCxnSpPr>
          <p:cNvPr id="491" name="Google Shape;491;p30"/>
          <p:cNvCxnSpPr/>
          <p:nvPr/>
        </p:nvCxnSpPr>
        <p:spPr>
          <a:xfrm rot="10800000">
            <a:off x="-3050" y="4833927"/>
            <a:ext cx="9150000" cy="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2" name="Google Shape;492;p30"/>
          <p:cNvSpPr/>
          <p:nvPr/>
        </p:nvSpPr>
        <p:spPr>
          <a:xfrm flipH="1">
            <a:off x="801729" y="4414425"/>
            <a:ext cx="4232100" cy="418500"/>
          </a:xfrm>
          <a:prstGeom prst="round2SameRect">
            <a:avLst>
              <a:gd name="adj1" fmla="val 16667"/>
              <a:gd name="adj2" fmla="val 0"/>
            </a:avLst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93" name="Google Shape;493;p30"/>
          <p:cNvSpPr txBox="1">
            <a:spLocks noGrp="1"/>
          </p:cNvSpPr>
          <p:nvPr>
            <p:ph type="subTitle" idx="6"/>
          </p:nvPr>
        </p:nvSpPr>
        <p:spPr>
          <a:xfrm>
            <a:off x="802850" y="4415225"/>
            <a:ext cx="4232100" cy="41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BM Plex Mono"/>
              <a:buNone/>
              <a:defRPr sz="1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17_1"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1"/>
          <p:cNvSpPr>
            <a:spLocks noGrp="1"/>
          </p:cNvSpPr>
          <p:nvPr>
            <p:ph type="pic" idx="2"/>
          </p:nvPr>
        </p:nvSpPr>
        <p:spPr>
          <a:xfrm>
            <a:off x="5925600" y="0"/>
            <a:ext cx="3218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96" name="Google Shape;496;p31"/>
          <p:cNvSpPr txBox="1">
            <a:spLocks noGrp="1"/>
          </p:cNvSpPr>
          <p:nvPr>
            <p:ph type="body" idx="1"/>
          </p:nvPr>
        </p:nvSpPr>
        <p:spPr>
          <a:xfrm>
            <a:off x="390625" y="306925"/>
            <a:ext cx="3125400" cy="16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●"/>
              <a:defRPr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○"/>
              <a:defRPr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SzPts val="1400"/>
              <a:buFont typeface="IBM Plex Mono"/>
              <a:buChar char="■"/>
              <a:defRPr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497" name="Google Shape;497;p31"/>
          <p:cNvSpPr txBox="1">
            <a:spLocks noGrp="1"/>
          </p:cNvSpPr>
          <p:nvPr>
            <p:ph type="title"/>
          </p:nvPr>
        </p:nvSpPr>
        <p:spPr>
          <a:xfrm>
            <a:off x="274550" y="3283900"/>
            <a:ext cx="5430900" cy="168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23_2_1_2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2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0" name="Google Shape;500;p32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1" name="Google Shape;501;p32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2" name="Google Shape;502;p32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3" name="Google Shape;503;p32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2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2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2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5" name="Google Shape;515;p32"/>
          <p:cNvSpPr txBox="1">
            <a:spLocks noGrp="1"/>
          </p:cNvSpPr>
          <p:nvPr>
            <p:ph type="body" idx="1"/>
          </p:nvPr>
        </p:nvSpPr>
        <p:spPr>
          <a:xfrm>
            <a:off x="310520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6" name="Google Shape;516;p32"/>
          <p:cNvSpPr txBox="1">
            <a:spLocks noGrp="1"/>
          </p:cNvSpPr>
          <p:nvPr>
            <p:ph type="subTitle" idx="2"/>
          </p:nvPr>
        </p:nvSpPr>
        <p:spPr>
          <a:xfrm>
            <a:off x="3017300" y="6032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17" name="Google Shape;517;p32"/>
          <p:cNvSpPr/>
          <p:nvPr/>
        </p:nvSpPr>
        <p:spPr>
          <a:xfrm>
            <a:off x="592882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18" name="Google Shape;518;p32"/>
          <p:cNvSpPr txBox="1">
            <a:spLocks noGrp="1"/>
          </p:cNvSpPr>
          <p:nvPr>
            <p:ph type="body" idx="3"/>
          </p:nvPr>
        </p:nvSpPr>
        <p:spPr>
          <a:xfrm>
            <a:off x="6321550" y="1718575"/>
            <a:ext cx="2173800" cy="25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19" name="Google Shape;519;p32"/>
          <p:cNvSpPr txBox="1">
            <a:spLocks noGrp="1"/>
          </p:cNvSpPr>
          <p:nvPr>
            <p:ph type="subTitle" idx="4"/>
          </p:nvPr>
        </p:nvSpPr>
        <p:spPr>
          <a:xfrm>
            <a:off x="6233650" y="6032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20" name="Google Shape;520;p32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0_1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3" name="Google Shape;523;p33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4" name="Google Shape;524;p33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5" name="Google Shape;525;p33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6" name="Google Shape;526;p33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7" name="Google Shape;527;p33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8" name="Google Shape;528;p33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29" name="Google Shape;529;p33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0" name="Google Shape;530;p33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1" name="Google Shape;531;p33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2" name="Google Shape;532;p33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3" name="Google Shape;533;p33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326134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6096000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26698" y="296425"/>
            <a:ext cx="26214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43" name="Google Shape;543;p33"/>
          <p:cNvSpPr txBox="1">
            <a:spLocks noGrp="1"/>
          </p:cNvSpPr>
          <p:nvPr>
            <p:ph type="body" idx="1"/>
          </p:nvPr>
        </p:nvSpPr>
        <p:spPr>
          <a:xfrm>
            <a:off x="632900" y="1708100"/>
            <a:ext cx="2173800" cy="16590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44" name="Google Shape;544;p33"/>
          <p:cNvSpPr txBox="1">
            <a:spLocks noGrp="1"/>
          </p:cNvSpPr>
          <p:nvPr>
            <p:ph type="body" idx="2"/>
          </p:nvPr>
        </p:nvSpPr>
        <p:spPr>
          <a:xfrm>
            <a:off x="34742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45" name="Google Shape;545;p33"/>
          <p:cNvSpPr txBox="1">
            <a:spLocks noGrp="1"/>
          </p:cNvSpPr>
          <p:nvPr>
            <p:ph type="body" idx="3"/>
          </p:nvPr>
        </p:nvSpPr>
        <p:spPr>
          <a:xfrm>
            <a:off x="6315500" y="1708100"/>
            <a:ext cx="2173800" cy="16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46" name="Google Shape;546;p33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47" name="Google Shape;547;p33"/>
          <p:cNvSpPr txBox="1">
            <a:spLocks noGrp="1"/>
          </p:cNvSpPr>
          <p:nvPr>
            <p:ph type="subTitle" idx="4"/>
          </p:nvPr>
        </p:nvSpPr>
        <p:spPr>
          <a:xfrm>
            <a:off x="60655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48" name="Google Shape;548;p33"/>
          <p:cNvSpPr txBox="1">
            <a:spLocks noGrp="1"/>
          </p:cNvSpPr>
          <p:nvPr>
            <p:ph type="subTitle" idx="5"/>
          </p:nvPr>
        </p:nvSpPr>
        <p:spPr>
          <a:xfrm>
            <a:off x="344120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49" name="Google Shape;549;p33"/>
          <p:cNvSpPr txBox="1">
            <a:spLocks noGrp="1"/>
          </p:cNvSpPr>
          <p:nvPr>
            <p:ph type="subTitle" idx="6"/>
          </p:nvPr>
        </p:nvSpPr>
        <p:spPr>
          <a:xfrm>
            <a:off x="6275850" y="395850"/>
            <a:ext cx="22617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20_1_1"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0" name="Google Shape;560;p34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2" name="Google Shape;562;p34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3" name="Google Shape;563;p34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4" name="Google Shape;564;p34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5" name="Google Shape;565;p34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6" name="Google Shape;566;p34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7" name="Google Shape;567;p34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8" name="Google Shape;568;p34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69" name="Google Shape;569;p34"/>
          <p:cNvSpPr/>
          <p:nvPr/>
        </p:nvSpPr>
        <p:spPr>
          <a:xfrm>
            <a:off x="246850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0" name="Google Shape;570;p34"/>
          <p:cNvSpPr txBox="1">
            <a:spLocks noGrp="1"/>
          </p:cNvSpPr>
          <p:nvPr>
            <p:ph type="body" idx="1"/>
          </p:nvPr>
        </p:nvSpPr>
        <p:spPr>
          <a:xfrm>
            <a:off x="335675" y="1708100"/>
            <a:ext cx="1753800" cy="17667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571" name="Google Shape;571;p34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572" name="Google Shape;572;p34"/>
          <p:cNvSpPr txBox="1">
            <a:spLocks noGrp="1"/>
          </p:cNvSpPr>
          <p:nvPr>
            <p:ph type="subTitle" idx="2"/>
          </p:nvPr>
        </p:nvSpPr>
        <p:spPr>
          <a:xfrm>
            <a:off x="31442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73" name="Google Shape;573;p34"/>
          <p:cNvSpPr/>
          <p:nvPr/>
        </p:nvSpPr>
        <p:spPr>
          <a:xfrm>
            <a:off x="2476617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4" name="Google Shape;574;p34"/>
          <p:cNvSpPr/>
          <p:nvPr/>
        </p:nvSpPr>
        <p:spPr>
          <a:xfrm>
            <a:off x="4706383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5" name="Google Shape;575;p34"/>
          <p:cNvSpPr/>
          <p:nvPr/>
        </p:nvSpPr>
        <p:spPr>
          <a:xfrm>
            <a:off x="6936150" y="296425"/>
            <a:ext cx="1961100" cy="33642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76" name="Google Shape;576;p34"/>
          <p:cNvSpPr txBox="1">
            <a:spLocks noGrp="1"/>
          </p:cNvSpPr>
          <p:nvPr>
            <p:ph type="body" idx="3"/>
          </p:nvPr>
        </p:nvSpPr>
        <p:spPr>
          <a:xfrm>
            <a:off x="25661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77" name="Google Shape;577;p34"/>
          <p:cNvSpPr txBox="1">
            <a:spLocks noGrp="1"/>
          </p:cNvSpPr>
          <p:nvPr>
            <p:ph type="subTitle" idx="4"/>
          </p:nvPr>
        </p:nvSpPr>
        <p:spPr>
          <a:xfrm>
            <a:off x="2544863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78" name="Google Shape;578;p34"/>
          <p:cNvSpPr txBox="1">
            <a:spLocks noGrp="1"/>
          </p:cNvSpPr>
          <p:nvPr>
            <p:ph type="body" idx="5"/>
          </p:nvPr>
        </p:nvSpPr>
        <p:spPr>
          <a:xfrm>
            <a:off x="479587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79" name="Google Shape;579;p34"/>
          <p:cNvSpPr txBox="1">
            <a:spLocks noGrp="1"/>
          </p:cNvSpPr>
          <p:nvPr>
            <p:ph type="subTitle" idx="6"/>
          </p:nvPr>
        </p:nvSpPr>
        <p:spPr>
          <a:xfrm>
            <a:off x="477462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580" name="Google Shape;580;p34"/>
          <p:cNvSpPr txBox="1">
            <a:spLocks noGrp="1"/>
          </p:cNvSpPr>
          <p:nvPr>
            <p:ph type="body" idx="7"/>
          </p:nvPr>
        </p:nvSpPr>
        <p:spPr>
          <a:xfrm>
            <a:off x="7025625" y="1708100"/>
            <a:ext cx="1753800" cy="17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581" name="Google Shape;581;p34"/>
          <p:cNvSpPr txBox="1">
            <a:spLocks noGrp="1"/>
          </p:cNvSpPr>
          <p:nvPr>
            <p:ph type="subTitle" idx="8"/>
          </p:nvPr>
        </p:nvSpPr>
        <p:spPr>
          <a:xfrm>
            <a:off x="7004375" y="395850"/>
            <a:ext cx="1824600" cy="101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23_3"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5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solidFill>
            <a:schemeClr val="dk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4" name="Google Shape;584;p35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5" name="Google Shape;585;p35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6" name="Google Shape;586;p35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7" name="Google Shape;587;p35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9" name="Google Shape;589;p35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0" name="Google Shape;590;p35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1" name="Google Shape;591;p35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2" name="Google Shape;592;p35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3" name="Google Shape;593;p35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4" name="Google Shape;594;p35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5" name="Google Shape;595;p35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6" name="Google Shape;596;p35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7" name="Google Shape;597;p35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8" name="Google Shape;598;p35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9" name="Google Shape;599;p35"/>
          <p:cNvSpPr/>
          <p:nvPr/>
        </p:nvSpPr>
        <p:spPr>
          <a:xfrm>
            <a:off x="2712475" y="3760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0" name="Google Shape;600;p35"/>
          <p:cNvSpPr/>
          <p:nvPr/>
        </p:nvSpPr>
        <p:spPr>
          <a:xfrm>
            <a:off x="5928825" y="352450"/>
            <a:ext cx="2920800" cy="4391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1" name="Google Shape;601;p35"/>
          <p:cNvSpPr>
            <a:spLocks noGrp="1"/>
          </p:cNvSpPr>
          <p:nvPr>
            <p:ph type="pic" idx="2"/>
          </p:nvPr>
        </p:nvSpPr>
        <p:spPr>
          <a:xfrm>
            <a:off x="30173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02" name="Google Shape;602;p35"/>
          <p:cNvSpPr>
            <a:spLocks noGrp="1"/>
          </p:cNvSpPr>
          <p:nvPr>
            <p:ph type="pic" idx="3"/>
          </p:nvPr>
        </p:nvSpPr>
        <p:spPr>
          <a:xfrm>
            <a:off x="6205700" y="586450"/>
            <a:ext cx="2439000" cy="14295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03" name="Google Shape;603;p35"/>
          <p:cNvSpPr txBox="1">
            <a:spLocks noGrp="1"/>
          </p:cNvSpPr>
          <p:nvPr>
            <p:ph type="body" idx="1"/>
          </p:nvPr>
        </p:nvSpPr>
        <p:spPr>
          <a:xfrm>
            <a:off x="3105200" y="2506300"/>
            <a:ext cx="2173800" cy="199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04" name="Google Shape;604;p35"/>
          <p:cNvSpPr txBox="1">
            <a:spLocks noGrp="1"/>
          </p:cNvSpPr>
          <p:nvPr>
            <p:ph type="subTitle" idx="4"/>
          </p:nvPr>
        </p:nvSpPr>
        <p:spPr>
          <a:xfrm>
            <a:off x="30173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05" name="Google Shape;605;p35"/>
          <p:cNvSpPr txBox="1">
            <a:spLocks noGrp="1"/>
          </p:cNvSpPr>
          <p:nvPr>
            <p:ph type="body" idx="5"/>
          </p:nvPr>
        </p:nvSpPr>
        <p:spPr>
          <a:xfrm>
            <a:off x="6293600" y="2506300"/>
            <a:ext cx="2173800" cy="19902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606" name="Google Shape;606;p35"/>
          <p:cNvSpPr txBox="1">
            <a:spLocks noGrp="1"/>
          </p:cNvSpPr>
          <p:nvPr>
            <p:ph type="subTitle" idx="6"/>
          </p:nvPr>
        </p:nvSpPr>
        <p:spPr>
          <a:xfrm>
            <a:off x="6205700" y="1886500"/>
            <a:ext cx="2261700" cy="6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07" name="Google Shape;607;p35"/>
          <p:cNvSpPr txBox="1">
            <a:spLocks noGrp="1"/>
          </p:cNvSpPr>
          <p:nvPr>
            <p:ph type="title"/>
          </p:nvPr>
        </p:nvSpPr>
        <p:spPr>
          <a:xfrm>
            <a:off x="125700" y="299850"/>
            <a:ext cx="2516400" cy="152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None/>
              <a:defRPr sz="4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20_1_2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36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0" name="Google Shape;610;p36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1" name="Google Shape;611;p36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3" name="Google Shape;613;p36"/>
          <p:cNvSpPr/>
          <p:nvPr/>
        </p:nvSpPr>
        <p:spPr>
          <a:xfrm>
            <a:off x="6074103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4" name="Google Shape;614;p36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5" name="Google Shape;615;p36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6" name="Google Shape;616;p36"/>
          <p:cNvSpPr/>
          <p:nvPr/>
        </p:nvSpPr>
        <p:spPr>
          <a:xfrm>
            <a:off x="7090103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7" name="Google Shape;617;p36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8" name="Google Shape;618;p36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9" name="Google Shape;619;p36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p36"/>
          <p:cNvSpPr/>
          <p:nvPr/>
        </p:nvSpPr>
        <p:spPr>
          <a:xfrm>
            <a:off x="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1" name="Google Shape;621;p36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2" name="Google Shape;622;p36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3" name="Google Shape;623;p36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4" name="Google Shape;624;p36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5" name="Google Shape;625;p36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6" name="Google Shape;626;p36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7" name="Google Shape;627;p36"/>
          <p:cNvSpPr/>
          <p:nvPr/>
        </p:nvSpPr>
        <p:spPr>
          <a:xfrm>
            <a:off x="42670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8" name="Google Shape;628;p36"/>
          <p:cNvSpPr txBox="1">
            <a:spLocks noGrp="1"/>
          </p:cNvSpPr>
          <p:nvPr>
            <p:ph type="body" idx="1"/>
          </p:nvPr>
        </p:nvSpPr>
        <p:spPr>
          <a:xfrm>
            <a:off x="632900" y="2249863"/>
            <a:ext cx="2173800" cy="1475400"/>
          </a:xfrm>
          <a:prstGeom prst="rect">
            <a:avLst/>
          </a:prstGeom>
        </p:spPr>
        <p:txBody>
          <a:bodyPr spcFirstLastPara="1" wrap="square" lIns="0" tIns="91425" rIns="0" bIns="0" anchor="t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>
            <a:endParaRPr/>
          </a:p>
        </p:txBody>
      </p:sp>
      <p:sp>
        <p:nvSpPr>
          <p:cNvPr id="629" name="Google Shape;629;p36"/>
          <p:cNvSpPr txBox="1">
            <a:spLocks noGrp="1"/>
          </p:cNvSpPr>
          <p:nvPr>
            <p:ph type="title"/>
          </p:nvPr>
        </p:nvSpPr>
        <p:spPr>
          <a:xfrm>
            <a:off x="314425" y="3904925"/>
            <a:ext cx="7600800" cy="113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000"/>
              <a:buNone/>
              <a:defRPr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630" name="Google Shape;630;p36"/>
          <p:cNvSpPr txBox="1">
            <a:spLocks noGrp="1"/>
          </p:cNvSpPr>
          <p:nvPr>
            <p:ph type="subTitle" idx="2"/>
          </p:nvPr>
        </p:nvSpPr>
        <p:spPr>
          <a:xfrm>
            <a:off x="60655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1" name="Google Shape;631;p36"/>
          <p:cNvSpPr>
            <a:spLocks noGrp="1"/>
          </p:cNvSpPr>
          <p:nvPr>
            <p:ph type="pic" idx="3"/>
          </p:nvPr>
        </p:nvSpPr>
        <p:spPr>
          <a:xfrm>
            <a:off x="61310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32" name="Google Shape;632;p36"/>
          <p:cNvSpPr/>
          <p:nvPr/>
        </p:nvSpPr>
        <p:spPr>
          <a:xfrm>
            <a:off x="326135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3" name="Google Shape;633;p36"/>
          <p:cNvSpPr txBox="1">
            <a:spLocks noGrp="1"/>
          </p:cNvSpPr>
          <p:nvPr>
            <p:ph type="body" idx="4"/>
          </p:nvPr>
        </p:nvSpPr>
        <p:spPr>
          <a:xfrm>
            <a:off x="346755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34" name="Google Shape;634;p36"/>
          <p:cNvSpPr txBox="1">
            <a:spLocks noGrp="1"/>
          </p:cNvSpPr>
          <p:nvPr>
            <p:ph type="subTitle" idx="5"/>
          </p:nvPr>
        </p:nvSpPr>
        <p:spPr>
          <a:xfrm>
            <a:off x="344120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5" name="Google Shape;635;p36"/>
          <p:cNvSpPr>
            <a:spLocks noGrp="1"/>
          </p:cNvSpPr>
          <p:nvPr>
            <p:ph type="pic" idx="6"/>
          </p:nvPr>
        </p:nvSpPr>
        <p:spPr>
          <a:xfrm>
            <a:off x="344775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36" name="Google Shape;636;p36"/>
          <p:cNvSpPr/>
          <p:nvPr/>
        </p:nvSpPr>
        <p:spPr>
          <a:xfrm>
            <a:off x="6096000" y="296425"/>
            <a:ext cx="2621400" cy="3608400"/>
          </a:xfrm>
          <a:prstGeom prst="roundRect">
            <a:avLst>
              <a:gd name="adj" fmla="val 2627"/>
            </a:avLst>
          </a:prstGeom>
          <a:solidFill>
            <a:schemeClr val="lt1"/>
          </a:solidFill>
          <a:ln w="1905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7" name="Google Shape;637;p36"/>
          <p:cNvSpPr txBox="1">
            <a:spLocks noGrp="1"/>
          </p:cNvSpPr>
          <p:nvPr>
            <p:ph type="body" idx="7"/>
          </p:nvPr>
        </p:nvSpPr>
        <p:spPr>
          <a:xfrm>
            <a:off x="6302200" y="2249863"/>
            <a:ext cx="2173800" cy="14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0" anchor="ctr" anchorCtr="0">
            <a:normAutofit/>
          </a:bodyPr>
          <a:lstStyle>
            <a:lvl1pPr marL="457200" lvl="0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●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○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279400">
              <a:spcBef>
                <a:spcPts val="0"/>
              </a:spcBef>
              <a:spcAft>
                <a:spcPts val="0"/>
              </a:spcAft>
              <a:buSzPts val="800"/>
              <a:buFont typeface="IBM Plex Mono"/>
              <a:buChar char="■"/>
              <a:defRPr sz="800"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  <p:sp>
        <p:nvSpPr>
          <p:cNvPr id="638" name="Google Shape;638;p36"/>
          <p:cNvSpPr txBox="1">
            <a:spLocks noGrp="1"/>
          </p:cNvSpPr>
          <p:nvPr>
            <p:ph type="subTitle" idx="8"/>
          </p:nvPr>
        </p:nvSpPr>
        <p:spPr>
          <a:xfrm>
            <a:off x="6275850" y="1629713"/>
            <a:ext cx="2261700" cy="58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4000"/>
              <a:buFont typeface="Caveat"/>
              <a:buNone/>
              <a:defRPr sz="4000">
                <a:solidFill>
                  <a:schemeClr val="accent3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639" name="Google Shape;639;p36"/>
          <p:cNvSpPr>
            <a:spLocks noGrp="1"/>
          </p:cNvSpPr>
          <p:nvPr>
            <p:ph type="pic" idx="9"/>
          </p:nvPr>
        </p:nvSpPr>
        <p:spPr>
          <a:xfrm>
            <a:off x="6282400" y="475988"/>
            <a:ext cx="2213400" cy="11337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21_1_1_1_2"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7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2" name="Google Shape;642;p37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3" name="Google Shape;643;p37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4" name="Google Shape;644;p37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5" name="Google Shape;645;p37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6" name="Google Shape;646;p37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7" name="Google Shape;647;p37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8" name="Google Shape;648;p37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49" name="Google Shape;649;p37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0" name="Google Shape;650;p37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1" name="Google Shape;651;p37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2" name="Google Shape;652;p37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3" name="Google Shape;653;p37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4" name="Google Shape;654;p37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5" name="Google Shape;655;p37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6" name="Google Shape;656;p37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7" name="Google Shape;657;p37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8" name="Google Shape;658;p37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59" name="Google Shape;659;p37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0" name="Google Shape;660;p37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7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7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7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4" name="Google Shape;664;p37"/>
          <p:cNvSpPr>
            <a:spLocks noGrp="1"/>
          </p:cNvSpPr>
          <p:nvPr>
            <p:ph type="pic" idx="2"/>
          </p:nvPr>
        </p:nvSpPr>
        <p:spPr>
          <a:xfrm>
            <a:off x="1020450" y="1016000"/>
            <a:ext cx="7107600" cy="3048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21_1_2"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38"/>
          <p:cNvSpPr/>
          <p:nvPr/>
        </p:nvSpPr>
        <p:spPr>
          <a:xfrm>
            <a:off x="2032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7" name="Google Shape;667;p38"/>
          <p:cNvSpPr/>
          <p:nvPr/>
        </p:nvSpPr>
        <p:spPr>
          <a:xfrm>
            <a:off x="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8" name="Google Shape;668;p38"/>
          <p:cNvSpPr/>
          <p:nvPr/>
        </p:nvSpPr>
        <p:spPr>
          <a:xfrm>
            <a:off x="1016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9" name="Google Shape;669;p38"/>
          <p:cNvSpPr/>
          <p:nvPr/>
        </p:nvSpPr>
        <p:spPr>
          <a:xfrm>
            <a:off x="3048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0" name="Google Shape;670;p38"/>
          <p:cNvSpPr/>
          <p:nvPr/>
        </p:nvSpPr>
        <p:spPr>
          <a:xfrm>
            <a:off x="2032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1" name="Google Shape;671;p38"/>
          <p:cNvSpPr/>
          <p:nvPr/>
        </p:nvSpPr>
        <p:spPr>
          <a:xfrm>
            <a:off x="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2" name="Google Shape;672;p38"/>
          <p:cNvSpPr/>
          <p:nvPr/>
        </p:nvSpPr>
        <p:spPr>
          <a:xfrm>
            <a:off x="1016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3" name="Google Shape;673;p38"/>
          <p:cNvSpPr/>
          <p:nvPr/>
        </p:nvSpPr>
        <p:spPr>
          <a:xfrm>
            <a:off x="435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4" name="Google Shape;674;p38"/>
          <p:cNvSpPr/>
          <p:nvPr/>
        </p:nvSpPr>
        <p:spPr>
          <a:xfrm>
            <a:off x="2032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5" name="Google Shape;675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6" name="Google Shape;676;p38"/>
          <p:cNvSpPr/>
          <p:nvPr/>
        </p:nvSpPr>
        <p:spPr>
          <a:xfrm>
            <a:off x="8128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7" name="Google Shape;677;p38"/>
          <p:cNvSpPr/>
          <p:nvPr/>
        </p:nvSpPr>
        <p:spPr>
          <a:xfrm>
            <a:off x="3048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8" name="Google Shape;678;p38"/>
          <p:cNvSpPr/>
          <p:nvPr/>
        </p:nvSpPr>
        <p:spPr>
          <a:xfrm>
            <a:off x="4064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79" name="Google Shape;679;p38"/>
          <p:cNvSpPr/>
          <p:nvPr/>
        </p:nvSpPr>
        <p:spPr>
          <a:xfrm>
            <a:off x="4064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0" name="Google Shape;680;p38"/>
          <p:cNvSpPr/>
          <p:nvPr/>
        </p:nvSpPr>
        <p:spPr>
          <a:xfrm>
            <a:off x="6096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1" name="Google Shape;681;p38"/>
          <p:cNvSpPr/>
          <p:nvPr/>
        </p:nvSpPr>
        <p:spPr>
          <a:xfrm>
            <a:off x="5080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2" name="Google Shape;682;p38"/>
          <p:cNvSpPr/>
          <p:nvPr/>
        </p:nvSpPr>
        <p:spPr>
          <a:xfrm>
            <a:off x="5080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3" name="Google Shape;683;p38"/>
          <p:cNvSpPr/>
          <p:nvPr/>
        </p:nvSpPr>
        <p:spPr>
          <a:xfrm>
            <a:off x="7112000" y="1016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4" name="Google Shape;684;p38"/>
          <p:cNvSpPr/>
          <p:nvPr/>
        </p:nvSpPr>
        <p:spPr>
          <a:xfrm>
            <a:off x="7112000" y="3048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5" name="Google Shape;685;p38"/>
          <p:cNvSpPr/>
          <p:nvPr/>
        </p:nvSpPr>
        <p:spPr>
          <a:xfrm>
            <a:off x="8128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6" name="Google Shape;686;p38"/>
          <p:cNvSpPr/>
          <p:nvPr/>
        </p:nvSpPr>
        <p:spPr>
          <a:xfrm>
            <a:off x="8128000" y="203200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7" name="Google Shape;687;p38"/>
          <p:cNvSpPr/>
          <p:nvPr/>
        </p:nvSpPr>
        <p:spPr>
          <a:xfrm>
            <a:off x="6096000" y="0"/>
            <a:ext cx="1016100" cy="1016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8" name="Google Shape;688;p38"/>
          <p:cNvSpPr/>
          <p:nvPr/>
        </p:nvSpPr>
        <p:spPr>
          <a:xfrm>
            <a:off x="4064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p38"/>
          <p:cNvSpPr/>
          <p:nvPr/>
        </p:nvSpPr>
        <p:spPr>
          <a:xfrm>
            <a:off x="6096000" y="4064000"/>
            <a:ext cx="1016100" cy="1079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0" name="Google Shape;690;p38"/>
          <p:cNvSpPr txBox="1">
            <a:spLocks noGrp="1"/>
          </p:cNvSpPr>
          <p:nvPr>
            <p:ph type="title"/>
          </p:nvPr>
        </p:nvSpPr>
        <p:spPr>
          <a:xfrm>
            <a:off x="314425" y="314675"/>
            <a:ext cx="8538000" cy="75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6000"/>
              <a:buFont typeface="Caveat"/>
              <a:buNone/>
              <a:defRPr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691" name="Google Shape;691;p38"/>
          <p:cNvSpPr>
            <a:spLocks noGrp="1"/>
          </p:cNvSpPr>
          <p:nvPr>
            <p:ph type="pic" idx="2"/>
          </p:nvPr>
        </p:nvSpPr>
        <p:spPr>
          <a:xfrm>
            <a:off x="39080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2" name="Google Shape;692;p38"/>
          <p:cNvSpPr>
            <a:spLocks noGrp="1"/>
          </p:cNvSpPr>
          <p:nvPr>
            <p:ph type="pic" idx="3"/>
          </p:nvPr>
        </p:nvSpPr>
        <p:spPr>
          <a:xfrm>
            <a:off x="39080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3" name="Google Shape;693;p38"/>
          <p:cNvSpPr>
            <a:spLocks noGrp="1"/>
          </p:cNvSpPr>
          <p:nvPr>
            <p:ph type="pic" idx="4"/>
          </p:nvPr>
        </p:nvSpPr>
        <p:spPr>
          <a:xfrm>
            <a:off x="39080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4" name="Google Shape;694;p38"/>
          <p:cNvSpPr>
            <a:spLocks noGrp="1"/>
          </p:cNvSpPr>
          <p:nvPr>
            <p:ph type="pic" idx="5"/>
          </p:nvPr>
        </p:nvSpPr>
        <p:spPr>
          <a:xfrm>
            <a:off x="344615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5" name="Google Shape;695;p38"/>
          <p:cNvSpPr>
            <a:spLocks noGrp="1"/>
          </p:cNvSpPr>
          <p:nvPr>
            <p:ph type="pic" idx="6"/>
          </p:nvPr>
        </p:nvSpPr>
        <p:spPr>
          <a:xfrm>
            <a:off x="344615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6" name="Google Shape;696;p38"/>
          <p:cNvSpPr>
            <a:spLocks noGrp="1"/>
          </p:cNvSpPr>
          <p:nvPr>
            <p:ph type="pic" idx="7"/>
          </p:nvPr>
        </p:nvSpPr>
        <p:spPr>
          <a:xfrm>
            <a:off x="344615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7" name="Google Shape;697;p38"/>
          <p:cNvSpPr>
            <a:spLocks noGrp="1"/>
          </p:cNvSpPr>
          <p:nvPr>
            <p:ph type="pic" idx="8"/>
          </p:nvPr>
        </p:nvSpPr>
        <p:spPr>
          <a:xfrm>
            <a:off x="6501500" y="127337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8" name="Google Shape;698;p38"/>
          <p:cNvSpPr>
            <a:spLocks noGrp="1"/>
          </p:cNvSpPr>
          <p:nvPr>
            <p:ph type="pic" idx="9"/>
          </p:nvPr>
        </p:nvSpPr>
        <p:spPr>
          <a:xfrm>
            <a:off x="6501500" y="2522600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  <p:sp>
        <p:nvSpPr>
          <p:cNvPr id="699" name="Google Shape;699;p38"/>
          <p:cNvSpPr>
            <a:spLocks noGrp="1"/>
          </p:cNvSpPr>
          <p:nvPr>
            <p:ph type="pic" idx="13"/>
          </p:nvPr>
        </p:nvSpPr>
        <p:spPr>
          <a:xfrm>
            <a:off x="6501500" y="3771825"/>
            <a:ext cx="2251800" cy="1131600"/>
          </a:xfrm>
          <a:prstGeom prst="roundRect">
            <a:avLst>
              <a:gd name="adj" fmla="val 1067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653375" y="4829350"/>
            <a:ext cx="4905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algn="ctr">
              <a:buNone/>
              <a:defRPr sz="800">
                <a:solidFill>
                  <a:schemeClr val="lt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229050" y="228600"/>
            <a:ext cx="8685900" cy="101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Caveat"/>
              <a:buNone/>
              <a:defRPr sz="6000">
                <a:solidFill>
                  <a:schemeClr val="lt2"/>
                </a:solidFill>
                <a:latin typeface="Caveat"/>
                <a:ea typeface="Caveat"/>
                <a:cs typeface="Caveat"/>
                <a:sym typeface="Cavea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280800" y="2705300"/>
            <a:ext cx="3906900" cy="193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●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○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BM Plex Mono"/>
              <a:buChar char="■"/>
              <a:defRPr>
                <a:solidFill>
                  <a:schemeClr val="dk1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4" name="Google Shape;704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43426" y="260118"/>
            <a:ext cx="2857143" cy="99047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39"/>
          <p:cNvSpPr txBox="1"/>
          <p:nvPr/>
        </p:nvSpPr>
        <p:spPr>
          <a:xfrm>
            <a:off x="0" y="2806305"/>
            <a:ext cx="9144000" cy="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b" anchorCtr="0">
            <a:normAutofit fontScale="5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60" dirty="0">
                <a:solidFill>
                  <a:schemeClr val="tx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Paper ID: 329</a:t>
            </a:r>
            <a:br>
              <a:rPr lang="en" sz="1559" dirty="0">
                <a:solidFill>
                  <a:srgbClr val="728653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endParaRPr sz="2000" dirty="0">
              <a:solidFill>
                <a:srgbClr val="262626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algn="ctr"/>
            <a:r>
              <a:rPr lang="en-US" sz="2000" dirty="0"/>
              <a:t>Ink To Intelligence: Real-Time Handwritten Digit Recognition </a:t>
            </a:r>
          </a:p>
          <a:p>
            <a:pPr algn="ctr"/>
            <a:r>
              <a:rPr lang="en-US" sz="2000" dirty="0"/>
              <a:t>Using an Optimized Convolutional Neural Network</a:t>
            </a:r>
            <a:endParaRPr sz="2000" dirty="0">
              <a:solidFill>
                <a:srgbClr val="728653"/>
              </a:solidFill>
              <a:latin typeface="Century Gothic"/>
            </a:endParaRPr>
          </a:p>
        </p:txBody>
      </p:sp>
      <p:sp>
        <p:nvSpPr>
          <p:cNvPr id="706" name="Google Shape;706;p39"/>
          <p:cNvSpPr txBox="1"/>
          <p:nvPr/>
        </p:nvSpPr>
        <p:spPr>
          <a:xfrm>
            <a:off x="0" y="3665325"/>
            <a:ext cx="9144000" cy="13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Presented by</a:t>
            </a:r>
            <a:endParaRPr sz="1403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Abhay Singh</a:t>
            </a:r>
            <a:endParaRPr sz="1092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Century Gothic"/>
                <a:ea typeface="Century Gothic"/>
                <a:cs typeface="Century Gothic"/>
                <a:sym typeface="Century Gothic"/>
              </a:rPr>
              <a:t>College of Smart Computing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, COER University, Roorkee, India</a:t>
            </a:r>
            <a:endParaRPr sz="1092" dirty="0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3" b="1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Presentation </a:t>
            </a:r>
            <a:r>
              <a:rPr lang="en" sz="14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Date: 23rd </a:t>
            </a:r>
            <a:r>
              <a:rPr lang="en" sz="1400" b="1" i="0" u="none" strike="noStrike" cap="none" dirty="0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April 2026</a:t>
            </a:r>
            <a:endParaRPr sz="1403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3" b="0" i="0" u="none" strike="noStrike" cap="none" dirty="0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707" name="Google Shape;707;p39"/>
          <p:cNvSpPr txBox="1"/>
          <p:nvPr/>
        </p:nvSpPr>
        <p:spPr>
          <a:xfrm>
            <a:off x="625359" y="1343400"/>
            <a:ext cx="8122200" cy="12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1275" tIns="35625" rIns="71275" bIns="356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International Conference on Smart and Sustainable Computing Systems </a:t>
            </a:r>
            <a:endParaRPr sz="1559" b="1" dirty="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(ICSSCS 2026)</a:t>
            </a:r>
            <a:endParaRPr sz="702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Organized By:</a:t>
            </a:r>
            <a:b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</a:b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College of Smart Computing</a:t>
            </a:r>
            <a:endParaRPr sz="702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59" b="1" dirty="0">
                <a:solidFill>
                  <a:srgbClr val="A5301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COER University, Roorkee, Uttarakhand, India. </a:t>
            </a:r>
            <a:endParaRPr sz="1559" b="1" dirty="0">
              <a:solidFill>
                <a:srgbClr val="A5301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2" dirty="0">
              <a:solidFill>
                <a:srgbClr val="888888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chemeClr val="dk2"/>
            </a:gs>
          </a:gsLst>
          <a:lin ang="18900044" scaled="0"/>
        </a:gradFill>
        <a:effectLst/>
      </p:bgPr>
    </p:bg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0"/>
          <p:cNvSpPr txBox="1">
            <a:spLocks noGrp="1"/>
          </p:cNvSpPr>
          <p:nvPr>
            <p:ph type="title"/>
          </p:nvPr>
        </p:nvSpPr>
        <p:spPr>
          <a:xfrm>
            <a:off x="980298" y="86100"/>
            <a:ext cx="5800800" cy="10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4" name="Google Shape;714;p40"/>
          <p:cNvSpPr txBox="1"/>
          <p:nvPr/>
        </p:nvSpPr>
        <p:spPr>
          <a:xfrm>
            <a:off x="1656550" y="1369063"/>
            <a:ext cx="3857100" cy="22662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56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 Introduction</a:t>
            </a:r>
            <a:endParaRPr sz="1559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56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 Related Work</a:t>
            </a:r>
            <a:endParaRPr sz="1559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56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 Methodology</a:t>
            </a:r>
            <a:endParaRPr sz="1559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56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4.  Result Analysis</a:t>
            </a:r>
            <a:endParaRPr sz="1559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56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5.  Conclusion</a:t>
            </a:r>
            <a:endParaRPr sz="1559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lvl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</a:pPr>
            <a:r>
              <a:rPr lang="en" sz="1560" b="1" dirty="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6.  References</a:t>
            </a:r>
            <a:endParaRPr sz="1559" b="1" dirty="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1"/>
          <p:cNvSpPr txBox="1">
            <a:spLocks noGrp="1"/>
          </p:cNvSpPr>
          <p:nvPr>
            <p:ph type="title"/>
          </p:nvPr>
        </p:nvSpPr>
        <p:spPr>
          <a:xfrm>
            <a:off x="3318368" y="156668"/>
            <a:ext cx="2535000" cy="70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sz="3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0" name="TextBox 719"/>
          <p:cNvSpPr txBox="1"/>
          <p:nvPr/>
        </p:nvSpPr>
        <p:spPr>
          <a:xfrm>
            <a:off x="300000" y="850000"/>
            <a:ext cx="4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Background &amp; Problem</a:t>
            </a:r>
          </a:p>
        </p:txBody>
      </p:sp>
      <p:sp>
        <p:nvSpPr>
          <p:cNvPr id="721" name="TextBox 720"/>
          <p:cNvSpPr txBox="1"/>
          <p:nvPr/>
        </p:nvSpPr>
        <p:spPr>
          <a:xfrm>
            <a:off x="300000" y="1150000"/>
            <a:ext cx="4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Handwritten digit recognition (HDR) is a key problem in pattern recognition &amp; computer vision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Practical uses: postal mail sorting, bank cheque processing, document scanning, mobile input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Traditional methods (SVM, k-NN) rely on manual feature extraction and miss spatial patterns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CNNs learn features automatically from raw pixels at multiple levels of abstraction</a:t>
            </a:r>
          </a:p>
        </p:txBody>
      </p:sp>
      <p:sp>
        <p:nvSpPr>
          <p:cNvPr id="722" name="TextBox 721"/>
          <p:cNvSpPr txBox="1"/>
          <p:nvPr/>
        </p:nvSpPr>
        <p:spPr>
          <a:xfrm>
            <a:off x="4800000" y="850000"/>
            <a:ext cx="4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Objectives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4800000" y="1150000"/>
            <a:ext cx="4100000" cy="2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Design and build a CNN model for digit classification on MNIST dataset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Measure performance: accuracy, loss, and generalization capability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Study the role of each building block (convolution, pooling, dropout, batch norm)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Deploy trained model in a real-time Streamlit web application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Suggest improvements and discuss real-world applications</a:t>
            </a:r>
          </a:p>
        </p:txBody>
      </p:sp>
      <p:sp>
        <p:nvSpPr>
          <p:cNvPr id="724" name="TextBox 723"/>
          <p:cNvSpPr txBox="1"/>
          <p:nvPr/>
        </p:nvSpPr>
        <p:spPr>
          <a:xfrm>
            <a:off x="300000" y="3800000"/>
            <a:ext cx="8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1B3A5C"/>
                </a:solidFill>
                <a:latin typeface="Century Gothic"/>
              </a:rPr>
              <a:t>Abstract: This paper presents a CNN-based approach using the MNIST benchmark dataset. The model uses two convolutional layers with ReLU, max-pooling, batch normalisation, and dropout. Built with TensorFlow/Keras, trained on 60,000 images, achieving 98.91% test accuracy. Includes real-time deployment through a Streamlit web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B3A5C"/>
                </a:solidFill>
                <a:latin typeface="Times New Roman"/>
              </a:rPr>
              <a:t>Related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000" y="700000"/>
            <a:ext cx="27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Classical Approaches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150000"/>
            <a:ext cx="42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SVM (Support Vector Machines): ~1.4% error on MNIST [Vapnik, 1995]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k-Nearest Neighbours (k-NN): 3-5% error depending on features used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Random Forests: 96-97% accuracy on MNIST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All required handcrafted features (HOG, Gabor filters)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Could not capture spatial relationships in image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Deep Learning Approaches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00000" y="1150000"/>
            <a:ext cx="42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LeNet-5 (LeCun, 1998): 0.80% error - first successful CNN for digits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Deep CNN (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Cirisan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, 2012): 0.35% error - deeper networks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DropConnect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 (2013): 0.21% error - better 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regularisation</a:t>
            </a:r>
            <a:endParaRPr sz="1200" dirty="0">
              <a:solidFill>
                <a:srgbClr val="000000"/>
              </a:solidFill>
              <a:latin typeface="Century Gothic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Batch-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Normalised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 CNN (2015): 0.29% error - stable training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Ensemble of CNNs (2016): 0.17% error - combining models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Capsule Network (Hinton, 2017): 0.25% - spatial relationships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5850916"/>
              </p:ext>
            </p:extLst>
          </p:nvPr>
        </p:nvGraphicFramePr>
        <p:xfrm>
          <a:off x="244001" y="3349999"/>
          <a:ext cx="4327999" cy="1405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2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42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6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Error Rate (%)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Year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LeNet-5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1998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SVM (RBF kernel)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1.40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1998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Deep CNN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0.35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DropConnect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0.21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Batch-Norm CNN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Ensemble CNNs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0.17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2016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835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Capsule Network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0.25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2017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40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0" y="700000"/>
            <a:ext cx="3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MNIST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150000"/>
            <a:ext cx="42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70,000 grayscale images (60K train + 10K test)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28 x 28 pixels, white digit on black background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10 classes (digits 0-9), roughly balanced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Most widely used benchmark for digit recognition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800000" y="850000"/>
          <a:ext cx="3800000" cy="16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8571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Property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Total Images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70,000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Training Set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60,000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Test Set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Dimensions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28 x 28 pixels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571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Colour Space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Grayscale (1 channel)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57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Classes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 (digits 0-9)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00000" y="2600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3A5C"/>
                </a:solidFill>
                <a:latin typeface="Century Gothic"/>
              </a:rPr>
              <a:t>Data Preprocessing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0000" y="295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entury Gothic"/>
              </a:rPr>
              <a:t>1. Reshaping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000" y="32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(N, 28, 28) -&gt; (N, 28, 28, 1)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Add channel dimension for CNN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000" y="2950000"/>
            <a:ext cx="28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entury Gothic"/>
              </a:rPr>
              <a:t>2. Normalisation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000" y="3200000"/>
            <a:ext cx="28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Pixel values / 255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[0, 255] -&gt; [0.0, 1.0]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00000" y="2950000"/>
            <a:ext cx="27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entury Gothic"/>
              </a:rPr>
              <a:t>3. One-Hot Encoding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0000" y="3200000"/>
            <a:ext cx="27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Label 3 -&gt; [0,0,0,1,0,0,0,0,0,0]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Vector of length 10 for loss fn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000" y="3750000"/>
            <a:ext cx="8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 dirty="0">
                <a:solidFill>
                  <a:srgbClr val="1B3A5C"/>
                </a:solidFill>
                <a:latin typeface="Century Gothic"/>
              </a:rPr>
              <a:t>Raw Images --&gt; Reshape (28x28x1) --&gt; Normalize (/255) --&gt; One-Hot Encode --&gt; CNN Input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83673"/>
              </p:ext>
            </p:extLst>
          </p:nvPr>
        </p:nvGraphicFramePr>
        <p:xfrm>
          <a:off x="2200000" y="4050000"/>
          <a:ext cx="4700000" cy="1093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3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Component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>
                          <a:solidFill>
                            <a:srgbClr val="FFFFFF"/>
                          </a:solidFill>
                          <a:latin typeface="Century Gothic"/>
                        </a:rPr>
                        <a:t>Specification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962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Language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Python 3.13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962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Framework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TensorFlow 2.21 / Keras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962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Hardware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CPU-based training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962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Training Time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~3 min (9 epochs)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9624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Deployment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 err="1">
                          <a:solidFill>
                            <a:srgbClr val="000000"/>
                          </a:solidFill>
                          <a:latin typeface="Century Gothic"/>
                        </a:rPr>
                        <a:t>Streamlit</a:t>
                      </a:r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 Web App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000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B3A5C"/>
                </a:solidFill>
                <a:latin typeface="Times New Roman"/>
              </a:rPr>
              <a:t>Methodology: CNN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0000" y="700000"/>
            <a:ext cx="4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000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B1A1A"/>
                </a:solidFill>
                <a:latin typeface="Century Gothic"/>
              </a:rPr>
              <a:t>Proposed CNN Architecture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000000"/>
                </a:solidFill>
                <a:latin typeface="Consolas"/>
              </a:rPr>
              <a:t>  Input Layer:</a:t>
            </a:r>
            <a:r>
              <a:rPr sz="1000">
                <a:solidFill>
                  <a:srgbClr val="2E75B6"/>
                </a:solidFill>
                <a:latin typeface="Consolas"/>
              </a:rPr>
              <a:t>  28 x 28 x 1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Consolas"/>
              </a:rPr>
              <a:t>  -- Feature Extraction --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Conv2D(32, 3x3, ReLU)</a:t>
            </a:r>
            <a:r>
              <a:rPr sz="1000">
                <a:solidFill>
                  <a:srgbClr val="2E75B6"/>
                </a:solidFill>
                <a:latin typeface="Consolas"/>
              </a:rPr>
              <a:t>  -&gt; 26 x 26 x 32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Conv2D(64, 3x3, ReLU)</a:t>
            </a:r>
            <a:r>
              <a:rPr sz="1000">
                <a:solidFill>
                  <a:srgbClr val="2E75B6"/>
                </a:solidFill>
                <a:latin typeface="Consolas"/>
              </a:rPr>
              <a:t>  -&gt; 24 x 24 x 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MaxPooling2D(2x2)</a:t>
            </a:r>
            <a:r>
              <a:rPr sz="1000">
                <a:solidFill>
                  <a:srgbClr val="2E75B6"/>
                </a:solidFill>
                <a:latin typeface="Consolas"/>
              </a:rPr>
              <a:t>  -&gt; 12 x 12 x 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Dropout(0.25)</a:t>
            </a:r>
            <a:r>
              <a:rPr sz="1000">
                <a:solidFill>
                  <a:srgbClr val="2E75B6"/>
                </a:solidFill>
                <a:latin typeface="Consolas"/>
              </a:rPr>
              <a:t>  -&gt; 12 x 12 x 64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1">
                <a:solidFill>
                  <a:srgbClr val="1B3A5C"/>
                </a:solidFill>
                <a:latin typeface="Consolas"/>
              </a:rPr>
              <a:t>  -- Classification Head --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Flatten()</a:t>
            </a:r>
            <a:r>
              <a:rPr sz="1000">
                <a:solidFill>
                  <a:srgbClr val="2E75B6"/>
                </a:solidFill>
                <a:latin typeface="Consolas"/>
              </a:rPr>
              <a:t>  -&gt; 9,216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Dense(128, ReLU)</a:t>
            </a:r>
            <a:r>
              <a:rPr sz="1000">
                <a:solidFill>
                  <a:srgbClr val="2E75B6"/>
                </a:solidFill>
                <a:latin typeface="Consolas"/>
              </a:rPr>
              <a:t>  -&gt; 128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BatchNormalization()</a:t>
            </a:r>
            <a:r>
              <a:rPr sz="1000">
                <a:solidFill>
                  <a:srgbClr val="2E75B6"/>
                </a:solidFill>
                <a:latin typeface="Consolas"/>
              </a:rPr>
              <a:t>  -&gt; 128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Dropout(0.50)</a:t>
            </a:r>
            <a:r>
              <a:rPr sz="1000">
                <a:solidFill>
                  <a:srgbClr val="2E75B6"/>
                </a:solidFill>
                <a:latin typeface="Consolas"/>
              </a:rPr>
              <a:t>  -&gt; 128</a:t>
            </a:r>
          </a:p>
          <a:p>
            <a:pPr algn="l">
              <a:spcBef>
                <a:spcPts val="100"/>
              </a:spcBef>
              <a:spcAft>
                <a:spcPts val="100"/>
              </a:spcAft>
            </a:pPr>
            <a:r>
              <a:rPr sz="1000" b="0">
                <a:solidFill>
                  <a:srgbClr val="000000"/>
                </a:solidFill>
                <a:latin typeface="Consolas"/>
              </a:rPr>
              <a:t>  Dense(10, Softmax)</a:t>
            </a:r>
            <a:r>
              <a:rPr sz="1000">
                <a:solidFill>
                  <a:srgbClr val="2E75B6"/>
                </a:solidFill>
                <a:latin typeface="Consolas"/>
              </a:rPr>
              <a:t>  -&gt; 10 (output)</a:t>
            </a:r>
          </a:p>
          <a:p>
            <a:pPr>
              <a:spcBef>
                <a:spcPts val="600"/>
              </a:spcBef>
            </a:pPr>
            <a:r>
              <a:rPr sz="1000" b="1">
                <a:solidFill>
                  <a:srgbClr val="C0392B"/>
                </a:solidFill>
                <a:latin typeface="Century Gothic"/>
              </a:rPr>
              <a:t>  Total: ~1,199,882 params | Trainable: ~1,199,370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00000" y="850400"/>
            <a:ext cx="43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8B1A1A"/>
                </a:solidFill>
                <a:latin typeface="Century Gothic"/>
              </a:rPr>
              <a:t>Layer-by-Layer Explanation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0000" y="1200000"/>
            <a:ext cx="430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Conv2D: Slides 3x3 filters to detect patterns (edges -&gt; shapes -&gt; digits)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ReLU: f(x) = max(0, x) - avoids vanishing gradient, fast computation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MaxPooling: Takes max from 2x2 blocks, reduces size by 75%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Dropout (25% &amp; 50%): Randomly deactivates neurons to prevent overfitting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BatchNorm: Normalizes layer inputs, stabilizes and speeds up training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>
                <a:solidFill>
                  <a:srgbClr val="000000"/>
                </a:solidFill>
                <a:latin typeface="Century Gothic"/>
              </a:rPr>
              <a:t>Softmax: Outputs probability distribution over 10 classes (sum = 1.0)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0" y="3600000"/>
            <a:ext cx="4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>
                <a:solidFill>
                  <a:srgbClr val="1B3A5C"/>
                </a:solidFill>
                <a:latin typeface="Century Gothic"/>
              </a:rPr>
              <a:t>Training Hyperparameters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5934261"/>
              </p:ext>
            </p:extLst>
          </p:nvPr>
        </p:nvGraphicFramePr>
        <p:xfrm>
          <a:off x="4600000" y="3889639"/>
          <a:ext cx="4200000" cy="1231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9267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Parameter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0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Optimiser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Adam (lr=0.001)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036"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Loss Function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Categorical Cross-Entropy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0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Batch Size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0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Max Epochs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80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Validation Split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10%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8036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Early Stopping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patience=3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Result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000000" y="700000"/>
            <a:ext cx="31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Training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Fast initial learning: 95.4% accuracy after Epoch 1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Steady improvement: 95.4% -&gt; 99.3% over 9 epochs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No overfitting: Train-validation gap &lt; 0.5%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Validation plateau at ~99.1-99.2% by Epoch 5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>
                <a:solidFill>
                  <a:srgbClr val="000000"/>
                </a:solidFill>
                <a:latin typeface="Century Gothic"/>
              </a:rPr>
              <a:t>Early stopping activated at Epoch 9 (patience=3)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850000"/>
            <a:ext cx="40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Test Set Evaluation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800000" y="1200000"/>
          <a:ext cx="3800000" cy="1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Test Accuracy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98.91%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Test Loss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0.0304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Error Rate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1.09%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Misclassified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~109 / 10,000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00000" y="2775000"/>
            <a:ext cx="8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1B3A5C"/>
                </a:solidFill>
                <a:latin typeface="Century Gothic"/>
              </a:rPr>
              <a:t>Performance Comparison with Baseline Methods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27171"/>
              </p:ext>
            </p:extLst>
          </p:nvPr>
        </p:nvGraphicFramePr>
        <p:xfrm>
          <a:off x="1222000" y="3175000"/>
          <a:ext cx="6700000" cy="1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33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Method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Test Accuracy (%)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Parameters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k-NN (baseline)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96.9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--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SVM (RBF)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98.6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--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MLP (784-256-128-10)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97.8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~236K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Proposed CNN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98.91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~1.2M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LeNet-5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99.2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~60K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Deep CNN (Cirisan)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99.65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~10M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00000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B3A5C"/>
                </a:solidFill>
                <a:latin typeface="Times New Roman"/>
              </a:rPr>
              <a:t>Result Analysis: Per-Class Report</a:t>
            </a:r>
          </a:p>
        </p:txBody>
      </p:sp>
      <p:sp>
        <p:nvSpPr>
          <p:cNvPr id="5" name="Rectangle 4"/>
          <p:cNvSpPr/>
          <p:nvPr/>
        </p:nvSpPr>
        <p:spPr>
          <a:xfrm>
            <a:off x="2400000" y="700000"/>
            <a:ext cx="43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9334005"/>
              </p:ext>
            </p:extLst>
          </p:nvPr>
        </p:nvGraphicFramePr>
        <p:xfrm>
          <a:off x="359473" y="1087700"/>
          <a:ext cx="5000000" cy="3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Digit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Precision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Recall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F1-Score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Support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0.9888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0.9929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980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0.9938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1,135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0.9799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0.9870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1,032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0.9901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0.9928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0.9913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982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5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0.9757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0.9833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892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6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0.9947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0.9802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958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7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0.9893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1,028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0.9938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0.9877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0.9907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974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0.9910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0.9792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0.9850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1,009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00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Avg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0.9891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10,000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500000" y="800000"/>
            <a:ext cx="3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Key Observations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1150000"/>
            <a:ext cx="3400000" cy="1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Best recognized: Digit 1 (99.47% recall) - simple, straight stroke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Most confused: Digit 9 (97.92% recall) - confused with digit 4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Lowest precision: Digit 5 (97.57%) - similar curves to 3 &amp;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00000" y="2400000"/>
            <a:ext cx="34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 dirty="0">
                <a:solidFill>
                  <a:srgbClr val="8B1A1A"/>
                </a:solidFill>
                <a:latin typeface="Century Gothic"/>
              </a:rPr>
              <a:t>Common Misclassifications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00000" y="2700000"/>
            <a:ext cx="3400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6 -&gt; 5: 9 cases (similar curves)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9 -&gt; 4: 6 cases (similar top loops)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9 -&gt; 5: 6 cases (open top style)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0 -&gt; 2: 6 cases (slanted ovals)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1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100" dirty="0">
                <a:solidFill>
                  <a:srgbClr val="000000"/>
                </a:solidFill>
                <a:latin typeface="Century Gothic"/>
              </a:rPr>
              <a:t>Most from genuinely ambiguous handwriting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0" y="3937700"/>
            <a:ext cx="34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3A5C"/>
                </a:solidFill>
                <a:latin typeface="Century Gothic"/>
              </a:rPr>
              <a:t>Computational Efficiency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6270098"/>
              </p:ext>
            </p:extLst>
          </p:nvPr>
        </p:nvGraphicFramePr>
        <p:xfrm>
          <a:off x="5500000" y="4237700"/>
          <a:ext cx="3200000" cy="710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5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Metric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entury Gothic"/>
                        </a:rPr>
                        <a:t>Value</a:t>
                      </a:r>
                    </a:p>
                  </a:txBody>
                  <a:tcPr marL="45720" marR="45720" marT="18288" marB="18288">
                    <a:solidFill>
                      <a:srgbClr val="2E4A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5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Training Time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~3 min (CPU)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5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Inference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&lt; 5 ms/image</a:t>
                      </a:r>
                    </a:p>
                  </a:txBody>
                  <a:tcPr marL="45720" marR="45720" marT="18288" marB="18288">
                    <a:solidFill>
                      <a:srgbClr val="E8EF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750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000000"/>
                          </a:solidFill>
                          <a:latin typeface="Century Gothic"/>
                        </a:rPr>
                        <a:t>Model Size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dirty="0">
                          <a:solidFill>
                            <a:srgbClr val="000000"/>
                          </a:solidFill>
                          <a:latin typeface="Century Gothic"/>
                        </a:rPr>
                        <a:t>~14 MB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 dirty="0">
                <a:solidFill>
                  <a:srgbClr val="1B3A5C"/>
                </a:solidFill>
                <a:latin typeface="Times New Roman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300000" y="700000"/>
            <a:ext cx="2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00000" y="850000"/>
            <a:ext cx="42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Summary of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000" y="1200000"/>
            <a:ext cx="42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CNN-based approach for handwritten digit recognition on MNIST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Two conv layers + max-pooling + batch norm + dropout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Achieved 98.91% test accuracy with a simple architecture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Outperforms all traditional methods (k-NN, SVM, MLP)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>
                <a:solidFill>
                  <a:srgbClr val="000000"/>
                </a:solidFill>
                <a:latin typeface="Century Gothic"/>
              </a:rPr>
              <a:t>Complete end-to-end pipeline: training to web deployment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00000" y="850000"/>
            <a:ext cx="41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8B1A1A"/>
                </a:solidFill>
                <a:latin typeface="Century Gothic"/>
              </a:rPr>
              <a:t>Key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000" y="1200000"/>
            <a:ext cx="410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Clearly documented, reproducible CNN implementation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Detailed layer-by-layer explanation of architecture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Thorough analysis of training behavior &amp; regularization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Working </a:t>
            </a:r>
            <a:r>
              <a:rPr sz="1300" dirty="0" err="1">
                <a:solidFill>
                  <a:srgbClr val="000000"/>
                </a:solidFill>
                <a:latin typeface="Century Gothic"/>
              </a:rPr>
              <a:t>Streamlit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 web app for real-time recognition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3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300" dirty="0">
                <a:solidFill>
                  <a:srgbClr val="000000"/>
                </a:solidFill>
                <a:latin typeface="Century Gothic"/>
              </a:rPr>
              <a:t>Honest discussion of limitations &amp; improvements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0FBA5F7-3045-A976-F89C-BE4AE765A57A}"/>
              </a:ext>
            </a:extLst>
          </p:cNvPr>
          <p:cNvSpPr txBox="1"/>
          <p:nvPr/>
        </p:nvSpPr>
        <p:spPr>
          <a:xfrm>
            <a:off x="2822000" y="55395"/>
            <a:ext cx="3500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i="0" dirty="0">
                <a:solidFill>
                  <a:srgbClr val="1B3A5C"/>
                </a:solidFill>
                <a:latin typeface="Times New Roman"/>
              </a:rPr>
              <a:t>Future Work</a:t>
            </a:r>
            <a:endParaRPr sz="3200" b="1" i="0" dirty="0">
              <a:solidFill>
                <a:srgbClr val="1B3A5C"/>
              </a:solidFill>
              <a:latin typeface="Times New Roman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4000" y="1319034"/>
            <a:ext cx="8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Multi-digit number recognition (e.g., "142") with digit segmentation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Data augmentation: rotation, shifting, zoom to handle more writing variations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Train on harder datasets: EMNIST (letters), SVHN (real-world street numbers)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Deeper architecture with residual connections (</a:t>
            </a:r>
            <a:r>
              <a:rPr sz="1200" dirty="0" err="1">
                <a:solidFill>
                  <a:srgbClr val="000000"/>
                </a:solidFill>
                <a:latin typeface="Century Gothic"/>
              </a:rPr>
              <a:t>ResNet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) or Capsule Networks</a:t>
            </a:r>
          </a:p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sz="1200" b="1" dirty="0">
                <a:solidFill>
                  <a:srgbClr val="C0392B"/>
                </a:solidFill>
                <a:latin typeface="Century Gothic"/>
              </a:rPr>
              <a:t>• </a:t>
            </a:r>
            <a:r>
              <a:rPr sz="1200" dirty="0">
                <a:solidFill>
                  <a:srgbClr val="000000"/>
                </a:solidFill>
                <a:latin typeface="Century Gothic"/>
              </a:rPr>
              <a:t>Model compression and knowledge distillation for mobile deployment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45DFA8-53D1-716A-3972-37ADD5F0F0AC}"/>
              </a:ext>
            </a:extLst>
          </p:cNvPr>
          <p:cNvSpPr/>
          <p:nvPr/>
        </p:nvSpPr>
        <p:spPr>
          <a:xfrm>
            <a:off x="3322000" y="585867"/>
            <a:ext cx="2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551123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800000" y="100000"/>
            <a:ext cx="3500000" cy="6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3A5C"/>
                </a:solidFill>
                <a:latin typeface="Times New Roman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300000" y="700000"/>
            <a:ext cx="2500000" cy="25400"/>
          </a:xfrm>
          <a:prstGeom prst="rect">
            <a:avLst/>
          </a:prstGeom>
          <a:solidFill>
            <a:srgbClr val="A53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00000" y="850000"/>
            <a:ext cx="4400000" cy="28084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[1] R. Plamondon &amp; S.N. Srihari, "Online and off-line handwriting recognition," IEEE TPAMI, 2000.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[2] Y. LeCun, Y. Bengio &amp; G. Hinton, "Deep learning," Nature, vol. 521,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[3] I. Goodfellow et al., Deep Learning, MIT Press, 2016.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entury Gothic"/>
              </a:rPr>
              <a:t>4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V.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Vapnik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 The Nature of Statistical Learning Theory, Springer, 1995.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latin typeface="Century Gothic"/>
              </a:rPr>
              <a:t>5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Y. LeCun et al., "Gradient-based learning applied to document recognition," Proc. IEEE, 1998.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entury Gothic"/>
              </a:rPr>
              <a:t>6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D.C.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Cirisan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 et al., "Deep, big, simple neural nets for HDR," Neural Computation, 2010.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latin typeface="Century Gothic"/>
              </a:rPr>
              <a:t>7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L. Wan et al., "Regularization using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DropConnect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," Proc. ICML, 2013.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00000" y="850000"/>
            <a:ext cx="4200000" cy="2346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dirty="0"/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latin typeface="Century Gothic"/>
              </a:rPr>
              <a:t>8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S. Ioffe &amp; C. Szegedy, "Batch normalization," Proc. ICML,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latin typeface="Century Gothic"/>
              </a:rPr>
              <a:t>9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S. Sabour et al., "Dynamic routing between capsules,"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NeurIPS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 2017.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[1</a:t>
            </a:r>
            <a:r>
              <a:rPr lang="en-US" sz="1000" dirty="0">
                <a:solidFill>
                  <a:srgbClr val="000000"/>
                </a:solidFill>
                <a:latin typeface="Century Gothic"/>
              </a:rPr>
              <a:t>0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K. Simonyan &amp; A. Zisserman, "Very deep CNNs," Proc. ICLR,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latin typeface="Century Gothic"/>
              </a:rPr>
              <a:t>11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V. Nair &amp; G.E. Hinton, "Rectified linear units," Proc. ICML, 2010.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latin typeface="Century Gothic"/>
              </a:rPr>
              <a:t>12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] N. Srivastava et al., "Dropout," JMLR, vol. 15, 2014.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entury Gothic"/>
              </a:rPr>
              <a:t>1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3] D.P. Kingma &amp; J. Ba, "Adam optimizer," Proc. ICLR, 2015.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sz="1000" dirty="0">
                <a:solidFill>
                  <a:srgbClr val="000000"/>
                </a:solidFill>
                <a:latin typeface="Century Gothic"/>
              </a:rPr>
              <a:t>[</a:t>
            </a:r>
            <a:r>
              <a:rPr lang="en-US" sz="1000" dirty="0">
                <a:solidFill>
                  <a:srgbClr val="000000"/>
                </a:solidFill>
                <a:latin typeface="Century Gothic"/>
              </a:rPr>
              <a:t>1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4] A. Krizhevsky et al., "ImageNet classification with deep CNNs," </a:t>
            </a:r>
            <a:r>
              <a:rPr sz="1000" dirty="0" err="1">
                <a:solidFill>
                  <a:srgbClr val="000000"/>
                </a:solidFill>
                <a:latin typeface="Century Gothic"/>
              </a:rPr>
              <a:t>NeurIPS</a:t>
            </a:r>
            <a:r>
              <a:rPr sz="1000" dirty="0">
                <a:solidFill>
                  <a:srgbClr val="000000"/>
                </a:solidFill>
                <a:latin typeface="Century Gothic"/>
              </a:rPr>
              <a:t>, 2012.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1000000"/>
            <a:ext cx="9144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1B3A5C"/>
                </a:solidFill>
                <a:latin typeface="Times New Roman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22000" y="1953834"/>
            <a:ext cx="6100000" cy="14824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/>
          </a:p>
          <a:p>
            <a:pPr algn="ctr">
              <a:spcBef>
                <a:spcPts val="200"/>
              </a:spcBef>
            </a:pPr>
            <a:r>
              <a:rPr sz="1600" b="1" dirty="0">
                <a:solidFill>
                  <a:srgbClr val="000000"/>
                </a:solidFill>
                <a:latin typeface="Century Gothic"/>
              </a:rPr>
              <a:t>Abhay Singh</a:t>
            </a:r>
          </a:p>
          <a:p>
            <a:pPr algn="ctr">
              <a:spcBef>
                <a:spcPts val="200"/>
              </a:spcBef>
            </a:pPr>
            <a:r>
              <a:rPr lang="en-US" sz="1300" b="0" dirty="0">
                <a:solidFill>
                  <a:srgbClr val="000000"/>
                </a:solidFill>
                <a:latin typeface="Century Gothic"/>
              </a:rPr>
              <a:t>College of Smart Computing</a:t>
            </a:r>
            <a:endParaRPr sz="1300" b="0" dirty="0">
              <a:solidFill>
                <a:srgbClr val="000000"/>
              </a:solidFill>
              <a:latin typeface="Century Gothic"/>
            </a:endParaRPr>
          </a:p>
          <a:p>
            <a:pPr algn="ctr">
              <a:spcBef>
                <a:spcPts val="200"/>
              </a:spcBef>
            </a:pPr>
            <a:r>
              <a:rPr sz="1300" b="0" dirty="0">
                <a:solidFill>
                  <a:srgbClr val="000000"/>
                </a:solidFill>
                <a:latin typeface="Century Gothic"/>
              </a:rPr>
              <a:t>COER University, Roorkee, India</a:t>
            </a:r>
          </a:p>
          <a:p>
            <a:pPr algn="ctr">
              <a:spcBef>
                <a:spcPts val="200"/>
              </a:spcBef>
            </a:pPr>
            <a:endParaRPr sz="1300" b="0" dirty="0">
              <a:solidFill>
                <a:srgbClr val="000000"/>
              </a:solidFill>
              <a:latin typeface="Century Gothic"/>
            </a:endParaRPr>
          </a:p>
          <a:p>
            <a:pPr algn="ctr">
              <a:spcBef>
                <a:spcPts val="200"/>
              </a:spcBef>
            </a:pPr>
            <a:r>
              <a:rPr sz="1300" b="0" dirty="0">
                <a:solidFill>
                  <a:srgbClr val="2E75B6"/>
                </a:solidFill>
                <a:latin typeface="Century Gothic"/>
              </a:rPr>
              <a:t>abhaychauhan5051a@gmail.</a:t>
            </a:r>
            <a:r>
              <a:rPr lang="en-IN" sz="1300" b="0" dirty="0">
                <a:solidFill>
                  <a:srgbClr val="2E75B6"/>
                </a:solidFill>
                <a:latin typeface="Century Gothic"/>
              </a:rPr>
              <a:t>com</a:t>
            </a:r>
            <a:endParaRPr sz="1300" b="0" dirty="0">
              <a:solidFill>
                <a:srgbClr val="2E75B6"/>
              </a:solidFill>
              <a:latin typeface="Century Gothi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3753834"/>
            <a:ext cx="9144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1" dirty="0">
                <a:solidFill>
                  <a:srgbClr val="A53010"/>
                </a:solidFill>
                <a:latin typeface="Century Gothic"/>
              </a:rPr>
              <a:t>ICSSCS 2026 -- International Conference on Smart and Sustainable Computing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 Family Recipe Book">
  <a:themeElements>
    <a:clrScheme name="Simple Light">
      <a:dk1>
        <a:srgbClr val="303030"/>
      </a:dk1>
      <a:lt1>
        <a:srgbClr val="FFFBF3"/>
      </a:lt1>
      <a:dk2>
        <a:srgbClr val="F3EEE6"/>
      </a:dk2>
      <a:lt2>
        <a:srgbClr val="CA3619"/>
      </a:lt2>
      <a:accent1>
        <a:srgbClr val="F2AB00"/>
      </a:accent1>
      <a:accent2>
        <a:srgbClr val="009E5E"/>
      </a:accent2>
      <a:accent3>
        <a:srgbClr val="0D4659"/>
      </a:accent3>
      <a:accent4>
        <a:srgbClr val="356BB1"/>
      </a:accent4>
      <a:accent5>
        <a:srgbClr val="3B1CB5"/>
      </a:accent5>
      <a:accent6>
        <a:srgbClr val="C2BDF3"/>
      </a:accent6>
      <a:hlink>
        <a:srgbClr val="717C8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1712</Words>
  <Application>Microsoft Office PowerPoint</Application>
  <PresentationFormat>On-screen Show (16:9)</PresentationFormat>
  <Paragraphs>316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Century Gothic</vt:lpstr>
      <vt:lpstr>Times New Roman</vt:lpstr>
      <vt:lpstr>IBM Plex Mono</vt:lpstr>
      <vt:lpstr>Roboto</vt:lpstr>
      <vt:lpstr>Caveat</vt:lpstr>
      <vt:lpstr>IBM Plex Mono Light</vt:lpstr>
      <vt:lpstr>Arial</vt:lpstr>
      <vt:lpstr>IBM Plex Mono ExtraLight</vt:lpstr>
      <vt:lpstr>Consolas</vt:lpstr>
      <vt:lpstr>Personal Family Recipe Book</vt:lpstr>
      <vt:lpstr>PowerPoint Presentation</vt:lpstr>
      <vt:lpstr>TABLE OF CONTENTS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ABHAY CHAUHAN</cp:lastModifiedBy>
  <cp:revision>6</cp:revision>
  <dcterms:modified xsi:type="dcterms:W3CDTF">2026-04-23T09:32:43Z</dcterms:modified>
</cp:coreProperties>
</file>